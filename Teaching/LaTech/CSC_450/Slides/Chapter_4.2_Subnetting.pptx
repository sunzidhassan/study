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477" r:id="rId2"/>
    <p:sldId id="479" r:id="rId3"/>
    <p:sldId id="438" r:id="rId4"/>
    <p:sldId id="464" r:id="rId5"/>
    <p:sldId id="480" r:id="rId6"/>
    <p:sldId id="346" r:id="rId7"/>
    <p:sldId id="380" r:id="rId8"/>
    <p:sldId id="439" r:id="rId9"/>
    <p:sldId id="271" r:id="rId10"/>
    <p:sldId id="272" r:id="rId11"/>
    <p:sldId id="351" r:id="rId12"/>
    <p:sldId id="348" r:id="rId13"/>
    <p:sldId id="461" r:id="rId14"/>
    <p:sldId id="462" r:id="rId15"/>
    <p:sldId id="460" r:id="rId16"/>
    <p:sldId id="4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9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580" units="cm"/>
          <inkml:channel name="Y" type="integer" max="1222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627.32556" units="1/cm"/>
          <inkml:channelProperty channel="Y" name="resolution" value="629.8969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0T22:25:42.292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29666 2144 146 0,'0'0'0'15,"0"0"0"-15,0 0 1 16,0 0-1-16,0 0 1 15,0 0 0-15,0 0 1 0,0 0 1 16,0 0 1-16,0 0 1 16,0 0 0-16,0 0-2 0,0 0 1 31,-19-30-2-31,3 11 1 16,-3 0-1-16,-3 9 1 0,-1 2 0 15,-1 6 0 1,-1 2 0-16,-3 2 0 0,-4 6-1 15,-2-2 0-15,-4-2-1 16,8 3 1-16,4-3 0 0,1 9 0 16,1 6-1-16,4 2 1 15,2 9-1-15,6 1 0 16,6 7 0-16,1-1 0 16,2 2 0-16,7-2 0 15,6-4 0-15,9-5 0 16,6-3 1-16,1-5 0 15,3-6 1-15,4-1 0 16,4-2-2-16,3-3 1 16,0-2-1-16,11-1 1 15,5-5-1-15,-14 0 1 16,-7-4-1-16,-2-11 1 16,-5-9-1-16,2-2 1 15,-2-4-1-15,-9-1 0 16,-5-2 0-16,-12-1 0 15,-9 0 0-15,-15 4 0 16,-14-1-1-16,-23-3 1 16,-21-4-1-16,-2 13 0 15,1 2-185-15</inkml:trace>
  <inkml:trace contextRef="#ctx0" brushRef="#br0" timeOffset="9063.61">26244 2794 107 0,'0'0'0'15,"0"0"0"-15,0 0 0 16,0 0 0-16,0 0 0 16,0 0 0-16,0 0 1 15,0 0 0-15,0 0 0 16,0 0 0-16,0 0 1 16,0 0 1-16,0 0 0 15,0 0 0-15,0 0 0 16,0 0-1-16,0 0 0 15,0 0-1-15,0 0 1 0,0 0-1 16,0 0 0-16,0 0 0 16,0 0 0-16,0 0 0 15,0 0 1-15,0 0-1 16,0 0 1-16,0 0 0 16,0 0 0-16,0 0-1 0,0 0 1 15,0 0-1-15,0 0 1 16,0 0-1-16,0 0 1 15,0 0-1-15,0 0 1 16,-22-8-1-16,11 8 0 16,0 0 0-16,-3 0 0 15,2 0 0 1,2 1 0-16,2 2 0 0,2-3 0 16,-2 4 0-16,0-4 0 15,5 4 0-15,3-4 0 16,-8 8 0-16,5-2 1 15,0 4-1-15,0-3 1 16,1 3-1-16,-1 2 0 16,-1 2 0-16,-1-1 0 15,2 5 0-15,0-2 0 16,1 3 0-16,2-5 1 16,3-2-1-16,4 10 0 15,3 1 0-15,-2-4 0 16,-1-5 0-16,5 6 0 0,4 2 0 15,-2-6 0-15,2-5 0 16,4 0 0-16,5-3-1 16,0-1 1-16,4-2-1 15,-4-2 1-15,-5 0-1 0,2-3 1 16,2-3 0-16,-2 0 0 31,1-2 0-31,2-2 0 0,2-4 0 16,0-8 0-16,-1-4 0 15,-4-2 0-15,-1-3 0 16,-7-2 0-16,-3 0 0 16,-5 7 0-16,-3 1 0 0,-8-1 0 15,-7-4 0-15,-1 4 1 16,-2 4-1-16,-6 0 0 16,-4 8-1-16,6 1 1 15,4 2-2-15,-3-5 1 16,-2 2-159-16</inkml:trace>
  <inkml:trace contextRef="#ctx0" brushRef="#br0" timeOffset="9878.93">26734 2854 159 0,'0'0'0'16,"3"-6"0"-16,-3 6 0 15,0 0 0-15,0 0 1 16,0 0-1-16,0 0 1 16,0 0 0-16,0 0 0 0,0 0 0 15,0 0 0-15,0 0 0 16,0 0 1-16,-6 6-1 15,6-6 1-15,-11 11-1 16,1-3 0-16,-1 3 0 16,-3 5 0-1,-3-1 1-15,1 4 0 16,2 0-1-16,6 4 1 16,4 0 0-16,4-1 0 15,1-6 0-15,7-2 0 0,3-6 0 16,6 3 0-16,7-4 0 15,3 1 1-15,2-5 0 16,0-3 0-16,0 2-1 0,4-4 0 16,0-1 0-16,-3 0 0 15,-3-5-1-15,-4-7 1 16,-4-9-1-16,-5 2 1 16,-4-1-1-16,-4-3 0 15,-3-4 0-15,-8 3 1 16,-6 1-1-16,0 3 1 15,-1 4-1-15,-4 0 0 16,-3 5-1-16,-4 9 1 16,-4 2-1-16,-23-5-169 15</inkml:trace>
  <inkml:trace contextRef="#ctx0" brushRef="#br0" timeOffset="10811.52">27180 2833 168 0,'-7'3'0'16,"-4"1"0"-16,11-4 1 15,-7 7 0-15,7-7 0 0,0 0 0 16,0 0 1-16,0 0-1 16,0 0 1-16,0 0-1 15,0 0 1-15,-11 4-1 16,3-1 0-16,0 1 0 0,-2-3 0 15,1 5 0-15,-5 2 1 16,-2 5-1-16,1 1 1 16,0 4-1-16,3-5 1 15,2 1-2-15,3 5 1 16,0 1 0-16,3 2 0 16,0-4-1-1,3-2 1-15,-1-1-1 16,2 0 1-16,0-6 0 0,10 5 0 15,4-3 0-15,3 0 1 16,2-3-1-16,6-4 1 16,6-4-1-16,6 0 1 15,5-3-1-15,-9 2 1 16,-5 1-1-16,0-11 1 16,1-3-1-16,-3-2 1 15,-1-3-1-15,-4 4 0 16,-6-1 0-16,-2 2 0 0,-4 2 0 15,-5-7 1-15,-8-4-1 16,-5-4 0 0,-7 1 0-16,2 1 1 15,-1 4-1-15,-4-1 1 16,-3 4-1-16,0 5 0 16,-2 2-1-16,1 5 1 15,-2 6-1-15,3-1 0 0,0 1-174 16</inkml:trace>
  <inkml:trace contextRef="#ctx0" brushRef="#br0" timeOffset="13153.46">27512 2806 138 0,'0'0'0'16,"0"8"0"-16,0-8 1 16,0 0 1-16,0 0 0 15,0 0 1-15,0 0 1 16,0 0-1-16,0 0 0 15,0 0 0-15,0 0 1 16,0 0-1-16,0 0 0 16,0 0-1-16,0 0 0 0,0 0 0 15,0 0 0-15,-9 11 0 16,1-7 1 0,0 3-2-16,0 0 1 0,-1-2-1 15,-2 6 1-15,0 3-1 16,2-1 1-16,-1 1-1 15,5 1 1-15,2-2-1 16,6 4 1-16,4 3-1 16,2 2 1-16,5 4-1 0,0-7 1 15,1 0-1-15,-1-7 0 16,-2-1 0-16,4 3 0 16,1 2 0-16,-3-5 1 15,-1-2-1-15,-1-6 0 16,1-7 0-16,1-4 1 15,0-3-1-15,5-3 1 16,1-2 0-16,-2 4 0 16,-1 1-1-16,-3-3 1 15,-1 3-1-15,-2-5 1 16,-2-2-1-16,-1 2 1 16,-3 0-1-16,-4 1 1 15,-1 1-1-15,-5-10 0 0,-1-5 0 16,0 9 0-1,1-2 0-15,-7 6 1 0,-4 2-1 16,-1 3 0 0,-2 3-1-16,-5 7 1 15,-4 1-1-15,0 4 0 16,-4 7-2-16,-27 8-176 0</inkml:trace>
  <inkml:trace contextRef="#ctx0" brushRef="#br0" timeOffset="14476.78">28134 2851 129 0,'0'0'0'15,"0"0"2"-15,0 0 0 16,0 0 1-16,0 0 1 16,0 0 0-16,0 0 1 15,0 0-2-15,0 0 1 16,0 0-1-16,0 0 1 16,5-8-1-16,-5 8 0 15,4-4 0-15,-4 4 1 16,-9 0-2-16,3 1 1 15,-2 2-2-15,-2 1 1 16,1 0-1-16,-2 10 1 16,0 2-1-16,3 4 1 0,3 5-1 15,4 2 1-15,1 4-1 0,4 2 1 16,6-2-1-16,9-5 1 16,6 1 0-16,5-12 1 15,6-7-1 1,6-5 0-16,5-7-1 15,-3-4 1-15,0-6 0 16,-5-2 0-16,-4-7-1 16,-13-4 1-16,-11-2-1 15,-6 2 1-15,-9 5-1 0,-7-4 0 16,-7 2 0-16,-1-5 0 16,-3 2 0-16,4 4 0 15,3 4-1-15,-1 8 1 16,2 3-2-16,-3 5 1 15,-1 2-167-15</inkml:trace>
  <inkml:trace contextRef="#ctx0" brushRef="#br0" timeOffset="15158.32">28548 2867 177 0,'2'6'0'0,"-1"7"0"0,-1-13 0 15,-1-5 0-15,1 5 0 16,-3-11 0-16,3 11 0 16,-2-5 0-16,2 5 1 15,0 0-1-15,0 0 1 16,-6 5-1-16,-1 0 1 16,1 4-1-16,-2 3 0 0,-1 3 0 15,-2 0 1-15,-2 8-1 16,1-1 1-16,1 5 0 15,5-4 0 1,4 1 0-16,10-3 1 16,8-2 1-16,2-3 1 15,7-2-1-15,5-6 0 16,5-7-1-16,4 2 0 0,7-3 0 16,1-3 1-16,3-2-1 15,-6-10 1-15,-3-4-2 16,-12-7 1-16,-5-1-1 15,-12-3 1-15,-10-4-1 16,-10 3 1-16,-11 1-1 0,-4 1 1 16,-9-2-1-16,7 9 0 15,2 6-1-15,6 2 1 16,4 6-1-16,2 4 0 16,0-4-168-16</inkml:trace>
  <inkml:trace contextRef="#ctx0" brushRef="#br0" timeOffset="15885.92">29132 2873 172 0,'0'0'0'0,"-2"16"0"0,2-16 0 0,0 0 0 0,0 0 1 16,7-11 0-16,-4 3 1 15,0 3 0-15,-3 5 0 16,-3-11 1-16,-7 8 0 16,-4 3-1-16,-5 0 1 15,-4 3-1-15,-4 5 1 16,-1 3-2-16,1 2 1 16,2 5-1-16,5 1 0 15,4 3-1-15,7 1 1 16,4 7-1-16,11 1 1 15,10-1-1-15,6-4 1 16,8-3-1-16,1-1 1 16,4-6-1-16,4-8 1 15,6-5 0-15,2-11 0 16,2-8 1-16,1-5 0 16,4-12 0-16,-15 2 0 15,-9-4-1-15,-10 1 1 16,-10-3-1-16,-17-1 1 15,-12-1-1-15,-9 7 0 0,-10 0-1 16,-1 7 1-16,-5 10-2 16,10 4 1-16,-1 2-165 15</inkml:trace>
  <inkml:trace contextRef="#ctx0" brushRef="#br0" timeOffset="16594.5">29603 2873 150 0,'-10'5'0'0,"-7"6"2"0,17-11 0 15,11-5 2-15,-5-1 0 16,2 1 1-16,-8 5 0 15,6-11-2-15,-15 11 1 16,-7 3 0-16,-4 5 0 16,-5 5 1-16,0 2 0 15,-2 7-2-15,13 0 1 16,9 1-2-16,2 4 1 16,5-4-2-16,9 2 1 15,6-2-1-15,11-7 1 16,10-8-1-16,-1-2 1 15,4-4 0-15,-8-2 1 16,-3-2 0-16,-2-6 0 16,-3 2-1-16,-1-10 1 15,-2-2-1-15,-6-1 0 16,-4 0-1-16,-9-7 1 16,-7-5-1-16,-7-7 0 0,-7 1-1 15,-7 2 1-15,-8 4-1 16,-8 5 0-16,1-1-180 15</inkml:trace>
  <inkml:trace contextRef="#ctx0" brushRef="#br1" timeOffset="31579.8">26459 3472 110 0,'0'0'0'16,"0"0"5"-16,0 0 0 15,0 0 4-15,0 0 0 16,0 0-3-16,0 0 0 15,0 0-1-15,0 0 1 16,0 0-1-16,0 0 0 16,0 0-2-16,0 0 0 15,0 0-1-15,0 0 1 16,0 0-1-16,0 0 0 16,0 0-1-16,0 0 1 15,0 0-1-15,0 0 1 16,-26-21-1-16,12 11 0 15,-2-1 0-15,3 3 0 16,1 0-1-16,1 5 1 16,3 1 0-16,-3 2 0 0,0 0 0 15,1 0 0-15,4 0-1 16,0 0 1-16,0 0-1 16,-1 0 1-16,3 0-1 0,-7 0 1 15,-2 0-1-15,-1 2 1 16,-2 1-1-16,4 0 1 15,1-1 0-15,1 1 0 16,1 0 0 0,-4 2 0-16,1 1 0 15,1-1 0-15,3 2 0 16,-3 1 0-16,0 0 0 16,0 0 0-16,2-2 0 0,1-1 0 15,3 1 0-15,-1-1 0 16,1 2 0-16,2-2 0 15,0 4 0-15,1-1 0 16,1 2 0-16,1 4 0 16,0 0-1-16,0 1 1 15,1 1 0-15,-1-1 0 16,0-4 0-16,-1 0 0 16,-1-3 0-16,2 3 0 0,0-3-1 15,3 4 1 1,2 2-1-16,-2 2 1 15,2 2 0-15,4-2 0 16,4 0-1-16,-4-2 1 16,-1-7-1-16,0 4 1 15,1 0-1-15,-2-3 1 0,-3 0-1 16,4 3 1 0,3 1-1-16,2-1 1 15,2 2-1-15,-1-2 1 16,2-1-1-16,-5-2 1 15,-1 0-1-15,7-2 1 0,5 2 0 16,-3-6 0-16,1 1 0 16,-1 0 0-16,0-3-1 15,-4 0 1-15,1 0 0 16,-5 0 0-16,0 0-1 16,-2-3 1-16,1 1-1 0,-1-1 1 15,-1 0-1-15,0-2 1 16,1-1-1-16,4-3 0 15,1-2 0-15,-1 0 0 16,-2 0 0-16,-2 0 0 16,-1 0 0-16,0 2 0 15,0-2 0-15,-5 0 0 16,0 0 0-16,-2 3 0 16,1-3 0-16,-4-1 0 15,1-4 0-15,-1-6 0 0,1-4 0 16,-1 4 0-16,1 7 0 15,-6-1 0-15,-4 2 0 16,2 5 0 0,1-2 0-16,-1-3 0 15,-1-2 0-15,1 0 0 16,-1 1 0-16,3 1 0 16,-1-2 0-16,-2 2 0 15,-1 5 0-15,0-2 0 0,-1 3 0 16,-12-9-188-1</inkml:trace>
  <inkml:trace contextRef="#ctx0" brushRef="#br0" timeOffset="39999.68">26889 3490 117 0,'0'0'0'16,"0"0"3"-16,0 0 1 15,0 0 3-15,0 0 0 16,0 0-2-16,0 0 0 15,0 0-2-15,0 0 1 16,0 0-1-16,0 0 1 0,0 0-1 16,0 0 0-16,0 0-1 15,0 0 0-15,-22-7 0 16,11 2 1-16,-1-1-2 16,2 4 1-16,-1-1-1 0,4 0 1 15,-1 1 0-15,0 2 0 16,0 0-1-16,0 0 1 15,0 2-1-15,-3 4 1 16,0-1-1-16,0 0 1 16,2 1-1-16,1-3 1 15,0 2-1-15,0-1 0 16,2 2 0-16,0 2 0 16,0 0 0-16,-1 0 0 15,1-2 0-15,0 2 1 16,-1 0-1-16,1-4 0 15,1 3 0-15,1 5 0 16,1 7 0-16,-1-7 0 16,3 2 0-16,-1-3 0 15,1-3 0-15,-1 0 0 16,2 0 0-16,-1-1 0 16,1 0 0-16,-2 0 0 15,2-2-1-15,-1 1 1 16,1 2 0-16,0 0 0 0,0 0-1 15,1-1 1-15,1 1 0 16,1 0 0-16,0 6 0 16,0-5 0-16,2 1-1 15,-1-2 1 1,3-4-1-16,-1 1 1 16,2 1-1-16,3-1 1 0,5 6-1 15,-4-5 1-15,1 2-1 16,-1-4 1-16,1-4-1 15,-2 4 1-15,1-4 0 16,-4 0 0-16,0 0 0 0,0 0 1 16,1 0-1-16,4 0 1 15,3-4-1-15,-2 0 1 16,-2 1-1-16,4-5 0 16,3 0 0-16,-2-3 0 15,2 3-1-15,-3 1 1 16,-4-1-1-16,-1-3 1 15,-3-3-1-15,-2 3 1 16,-1 2-1-16,1-9 1 16,0-2-1-16,-1 5 0 0,-2-3 0 15,0 1 0-15,1 0 0 16,-3-2 0 0,1 1 0-16,-2 1 0 15,0-5 0-15,-2 6 0 16,-1 1 0-16,-2 4 0 15,1 0 0-15,-12 0 0 16,-9-5 0-16,4 5 0 16,3 4-2-16,0 2 0 0,1 2-182 15</inkml:trace>
  <inkml:trace contextRef="#ctx0" brushRef="#br0" timeOffset="40780.75">27098 3486 196 0,'0'0'0'0,"-5"-8"0"0,5 8 0 16,2-8 0-16,-2 8 0 15,1-8 0-15,-1 8 1 16,0 0 0-16,0 0 0 16,0 0 0-16,0 0 0 0,0 0 0 15,0 0 1 1,0 0 0-16,0 0 0 15,-7 13 0-15,0-2 0 16,-1 0 0-16,-1 7 0 16,-2 6 0-16,3-6 0 15,5 1-1-15,0 0 1 16,3-4-1-16,3 4 1 0,3 1-1 16,-1-2 1-16,-2 0-1 15,0-5 1-15,-1-5-1 16,0-1 0-16,-1 1 0 15,2 0 0-15,0 1 0 0,10-1 0 16,6 0 0-16,0-3 0 16,3 1 0-16,0-2 0 15,-1 1 0-15,-2-2 0 16,-1 0 0-16,4-3 0 16,4-3 0-16,-5-1 1 15,-4 0-1-15,-5 0 0 16,-2-4-1-16,6-6 1 15,1-2-1-15,-5 1 1 16,-1 1-1-16,-1 1 1 16,-2-1-1-16,-4-1 1 15,-2-1-1-15,-2-3 0 16,-2 1 0-16,-1-4 0 16,-3-2 0-16,1 6 0 15,-1 2 0-15,-5-1 0 16,-2 5 0-16,-2-4 0 15,-3 0 0-15,-2 7 0 16,-2 4 0-16,0-2 0 16,-1 2 0-16,4-1 0 0,3 1 0 15,7 2 0-15,-1-2 0 16,-4 10 0-16,0 0-188 16</inkml:trace>
  <inkml:trace contextRef="#ctx0" brushRef="#br0" timeOffset="41686.94">27424 3561 104 0,'0'0'0'0,"2"9"-1"0,-2-9 1 16,11-5 0-16,-11 5 0 16,11-11 0-16,-11 11 0 15,6-11 0-15,-6 11 0 16,7-4 2-16,-7 4 0 0,0 0 6 16,0 0 1-16,0 0 1 15,0 0 0-15,3-8-2 16,-3 8 1-16,1-8-2 15,-1 8 0-15,3-6-2 16,-3 6 0-16,-11 6 0 0,5-1 1 16,0 6-2-16,-4-3 1 15,-1 2-2 1,0 1 1-16,0 2-1 0,4 2 0 16,0 7-2-16,4-3 1 15,2 1-1-15,1-3 1 16,3-1-1-16,0-4 1 15,0 2 0-15,3 2 0 16,2-2-1-16,-2-1 1 16,2-3-1-16,0-2 1 15,2-2-1-15,1 2 1 16,1-3-1-16,4-2 0 16,4-3 0-16,-3 0 0 15,2-3 0-15,-1-2 0 16,0 2 0-16,1-3 1 15,2 1-1-15,-3-3 0 16,3 1-1-16,-2-9 1 16,-2-3-1-16,-4 5 1 15,-4 2-1-15,-3-4 1 0,-1 2-1 16,-3-1 1-16,-2-4-1 16,-2 0 0-16,-1 1 0 15,0-1 0-15,-2 6 0 0,-3-8 0 16,-3-3 0-16,3 5 0 15,0 4 0-15,1 4 0 16,-1 0 0 0,-2 0 0-16,1 3 0 15,-1 1 0-15,-1-1 0 16,-6 5 0-16,-6 6 0 16,2 0 0-16,1-2-188 0</inkml:trace>
  <inkml:trace contextRef="#ctx0" brushRef="#br0" timeOffset="42685.93">28128 3490 128 0,'0'0'0'0,"0"0"0"0,0 0 0 16,0 0 3-16,0 0 0 15,0 0 5-15,0 0 0 16,0 0-1-16,0 0 1 16,0 0-4-16,0 0 1 0,0 0 0 15,0 0 0-15,9-20-1 16,-6 9 0-16,-1 0-1 16,-4 7 1-16,-3 1-2 15,-4 3 0-15,-4 3 0 0,-2 1 0 16,-4 4-1-16,3 3 1 31,1 5-1-31,2-1 1 16,4 4-1-16,2-2 1 0,4-1-1 15,3 10 0-15,2 5 0 16,2-4 0-16,4-1 0 16,-1-1 1-16,-1-4 0 0,6 0 0 15,4-2 0-15,1-3 1 16,2-4-1-16,6-3 1 15,7-4-1-15,-1-5 0 16,4-5-1-16,-4 2 1 16,0 0-1-16,-2-1 1 15,-4-4-1-15,1-3 1 16,-1-3-1-16,-6 1 0 16,-5 2-1-16,-3-7 1 15,-4-9-1-15,-4-2 1 16,-2-3-1-16,-2 3 1 0,-4 2-1 15,-1-2 0 1,0-2 0-16,-5 4 0 16,-4 5 0-16,0 7 0 15,-1-1 0-15,0 5 0 16,1 3 0-16,-3 4 0 16,1 4 0-16,-5 7 0 15,-1 4-4-15,5-1 1 16,1 1-179-16</inkml:trace>
  <inkml:trace contextRef="#ctx0" brushRef="#br0" timeOffset="43515.18">28517 3536 107 0,'-8'0'0'0,"-3"0"0"0,11 0 0 16,6-8 3-16,-6 8 1 16,10-8 5-16,-10 8 0 15,9-5-1-15,-9 5 1 16,0 0-1-16,0 0 0 0,0 0-2 16,0 0 0-16,0 0-1 15,0 0 0-15,0 0-2 16,0 0 1-16,-11 5-1 15,0 3 0-15,-2 6 0 0,1-5 0 16,-1 5-1-16,1 2 0 16,1 3 0-16,3 2 0 31,5-2-1-31,0 1 1 0,3 2-1 16,1-3 1-16,4-4 0 15,0 1 0-15,3-2 1 16,6-5 0-16,6 1 0 0,0-6 1 15,4 0-1-15,0-8 0 16,1 1-1-16,-8 2 0 16,-5-2-1-16,-2 0 1 15,-2 1-1-15,1 0 0 16,1 1-1-16,4-5 1 16,1-4-1-16,3-7 1 15,0-3-1-15,0-2 1 16,1-4-1-16,-7 4 0 15,-2 5 0-15,-4-10 0 16,-1-3 0-16,-10 4 0 16,-5-4 0-16,1 9 0 0,-2 3 0 15,-3 0 0-15,-2 4 0 16,4-2 0-16,1 2 0 16,0 5 0-1,0-2 0-15,-8 8 0 16,-3 3 0-16,1 0 0 15,3 3 0-15,-6-2 0 16,-1 6 0-16,1 0 0 0,2 1 0 16,1 3 0-16,-1 2-188 15</inkml:trace>
  <inkml:trace contextRef="#ctx0" brushRef="#br0" timeOffset="44412.25">28929 3486 157 0,'0'0'0'0,"-7"8"0"16,7-8 0-16,0 0 1 16,0 0 1-16,4-11 2 15,-4 11 1-15,3-8-2 16,-3 8 1-16,2-5 0 0,-2 5 0 15,0 0-1-15,0 0 0 16,-11 0-1-16,2 5 1 16,-4 3-1-16,-3-1 0 15,-4 7-1-15,1-3 1 16,-1 5-1-16,4 0 1 16,4-2-1-16,4 6 1 15,3 2 0-15,2-2 0 16,3 5 0-16,0-2 0 15,0-1 0-15,0-3 0 16,1-2 0-16,3-3 1 16,-1-2 0-16,5-1 0 15,1 0 0-15,7 0 1 16,6 0-1-16,3-6 1 16,3 1-3-16,0-9 1 15,4 0-1-15,-7-5 0 16,-5 0 0-16,-3 0 0 0,-1 2-1 15,0-2 1-15,-1 1-1 16,0-1 1-16,-1-5-1 16,-3 2 1-16,0-3-1 15,-2 2 0-15,-1-4 0 0,-5-6 0 16,-1-4 0-16,-2 3 0 16,-4 1 0-16,-2-2 0 15,-5-2 0-15,0 4 0 16,0 3 0-16,-1 1 0 15,-2-1 0-15,3 6 0 16,1 3 0 0,1-1 0-16,-1 0 0 15,2 6 0-15,1 0-1 0,-9 7 0 16,0 1-185-16</inkml:trace>
  <inkml:trace contextRef="#ctx0" brushRef="#br0" timeOffset="45149.82">29270 3531 178 0,'0'0'0'0,"0"0"1"16,0 0 0-16,14-16 2 0,-8 10 1 16,1 1 1-1,-7 5 0-15,9-6-2 0,-9 6 1 16,0 0-1-16,0 0 0 15,-14 3-1 1,5 0 0-16,-4 2 0 16,-3 1 0-16,-1 4-1 15,0-2 1-15,1 1-1 0,2 3 1 16,1 7-1-16,2 0 1 16,0 4-1-16,5-1 1 15,5-2-1-15,4-1 1 16,6 0 0-16,-3-5 0 15,2-3 0-15,-1-4 0 16,0-2 0-16,4 6 0 16,2-3-1-16,-2 0 1 15,0-1-1-15,3 0 0 16,2-6 0-16,-2 2 0 0,0 0-1 16,5-3 1-16,4 2-1 15,-1-2 1-15,2 0-1 16,-2-5 1-16,-2-3-1 15,-2 4 0 1,-4-4 0-16,0-3 0 16,0 0 0-16,-3-3 0 15,0 2 0-15,-5-10 0 0,-1-8 0 16,-4 2 0-16,-2 2 0 16,-4-7 0-16,-1 2 0 15,1 4 0-15,0 9 0 16,4-4 0-16,1 6 0 0,-2 1 0 15,1 4 0-15,-7-2 0 16,-3-1 0-16,-5 11 0 16,-4 6 0-16,-10 3 0 15,-8 7 0-15,-10-5 0 16,-1 3-188-16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580" units="cm"/>
          <inkml:channel name="Y" type="integer" max="1222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627.32556" units="1/cm"/>
          <inkml:channelProperty channel="Y" name="resolution" value="629.8969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0T22:29:55.6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26182 4806 135 0,'0'0'0'16,"0"0"1"-16,0 0 1 16,0 0 3-16,0 0 1 15,0 0-1-15,0 0 1 16,0 0-1-16,0 0 1 15,0 0-1-15,0 0 0 16,0 0-2-16,0 0 1 16,0 0-1-16,0 0 0 15,0 0 0-15,0 0 0 0,0 0 0 16,0 0 0-16,0 0-1 16,0 0 1-1,0 0-1-15,0 0 0 16,0 0-1-16,0 0 1 15,0 0 0-15,0 0 0 16,0 0-1-16,0 0 1 16,0 0 0-16,0 0 0 0,0 0-1 15,0 0 1 1,0 0-1-16,0 0 1 0,-10 27-1 16,5-10 1-1,2-2-1-15,2 1 0 0,1 0 0 16,0-2 0-16,1-3 0 15,2 1 0-15,1-1 0 16,-1 0 0-16,-2-3 0 16,1 3 0-16,-1 4 0 15,3-2 0-15,0 4-1 0,3-2 1 16,0 4-1 0,-2 0 1-16,0-1-1 0,-1 1 1 15,0 1-1-15,-1 2 1 16,0-3-1-16,0 1 1 15,-1-1-1-15,1 0 0 16,1-1 0-16,0 1 0 16,-1 1 0-16,0-3 0 15,-2-1 0-15,3-3 0 16,-3 1 0-16,2-4 0 16,0-2 0-16,1 3 0 15,-1-3 0-15,0 0 0 0,0 0 0 16,-3-8 0-16,3 7 0 15,-3-7 0-15,0 0 0 16,0 0 0-16,0 0 0 16,0 0 0-16,0 0 0 0,0 0 0 31,0 0 0-31,0 0 0 16,0 0 0-16,0 0 0 0,0 0 0 15,0 0 0-15,13-7 0 16,-5-1 0-16,-1-3-1 15,9-11-186-15</inkml:trace>
  <inkml:trace contextRef="#ctx0" brushRef="#br1" timeOffset="10870.68">26659 4869 95 0,'0'0'0'0,"0"0"1"15,0 0 0-15,0 0 2 0,0 0 0 16,0 0 0-16,0 0 1 16,0 0-1-16,0 0 1 15,0 0 2-15,0 0 1 16,0 0-2-16,0 0 1 15,0 0-1-15,0 0 0 16,0 0-1-16,0 0 1 16,0 0-2-16,0 0 0 15,0 0-1-15,0 0 1 16,0 0 0-16,0 0 0 16,0 0-1-16,0 0 0 15,4-22 0-15,-4 11 0 16,0 0-1-16,-1 3 1 15,-1 3-1-15,2 5 1 0,-1-11-1 16,1 11 1-16,0 0-1 16,0 0 0-16,-7-12 0 15,7 12 0-15,-11-8 0 16,5 7 1-16,1 1-1 16,1 3 0-16,-4 3 0 0,0-1 0 15,2-2-1-15,6-3 1 16,-8 4 0-16,8-4 0 15,0 0 0-15,0 0 0 16,0 0-1-16,0 0 1 16,-11 7 0-1,5-3 0-15,1 0-1 16,5-4 1-16,-6 7-1 0,6-7 1 16,-10 5-1-16,10-5 1 15,-6 5-1-15,6-5 1 16,-5 9 0-16,-1-4 0 15,-3 2-1-15,1-3 1 16,1 3-1-16,1 1 1 16,0 0 0-16,1-2 0 15,4 2 0-15,-3-3 0 16,3 2-1-16,-1 0 1 16,1-3 0-16,1-4 0 15,0 0 0-15,0 0 0 0,-2 11-1 16,1 0 1-16,-3-1 0 15,1-1 0-15,2 3-1 16,-2-4 1-16,1 3-1 16,0 0 1-16,1-2-1 0,-1 1 1 15,2-1-1-15,0 0 1 16,0 4-1-16,0-2 1 31,0 0-1-31,0 0 1 0,0 1-1 16,0-1 1-16,0-3-1 15,2 3 0-15,-1-3 0 16,3-1 1-16,0 1-1 16,4 0 1-16,2 3-1 15,-3-7 1-15,4 3-1 0,-3 1 1 16,2-4-1-16,-1 2 1 16,-1 2-1-16,0-3 0 15,1 1 0-15,-1 2 0 16,-2-3 0-16,1-2 0 15,-3 0 0-15,4-2 0 16,3 3 0-16,-1-4 1 16,-1 0-1-16,0 0 0 15,2 0 0-15,-1 0 1 16,1-4-1-16,1 3 0 16,1-2 0-16,-1 0 1 15,-1 3-1-15,4-5 0 16,0-3 0-16,2 0 0 15,1 2 0-15,-4-2 1 16,0 1-1-16,-3-1 1 0,-2 1-1 16,-1 3 1-16,-3-4-1 15,0 2 1-15,-1-2-1 16,3-3 0-16,0-1 0 16,3-7 1-16,2 0-1 0,-4 7 0 15,-1-2 0-15,-3-2 0 16,1 1 0-16,-3 4 1 15,-1 0-1-15,-1-5 0 16,0 1 0-16,-3-7 0 16,-2 0 0-1,-1 2 1-15,-2 1-1 16,-1 5 0-16,-2 5 0 0,-2-2 0 16,-1 4 0-16,2-2 0 15,-1 0 0-15,2 1 0 16,2 3-1-16,-12-10-186 15</inkml:trace>
  <inkml:trace contextRef="#ctx0" brushRef="#br1" timeOffset="11617.37">26996 4839 150 0,'0'0'0'0,"0"0"0"0,0 0 0 15,0 0 2-15,0 0 0 16,0 0 4-16,0 0 0 15,0 0-1-15,0 0 0 16,0 0-1-16,0 0 0 16,0 0 0-16,0 0 0 15,0 0-1-15,0 0 1 16,-25 37-1-16,11-13 1 16,0-2-1-16,1-4 0 15,4-1 0-15,1 5 0 16,3 2 0-16,-1 2 0 15,1 7-2-15,2-7 1 16,1 1-1-16,7-4 1 16,3-1-1-16,3-6 1 15,3-2-1-15,2-2 0 0,1-7 0 16,5-2 0-16,3 0 0 16,5-8 0-16,4-1 0 15,-4-2 0-15,-1-4 0 0,-3 1 1 16,1-3-1-16,-5-2 0 15,-2 1 0-15,-7-7 0 16,-7-5 0-16,-3 4 0 16,-4-2-1-16,-4 2 1 15,-4-4-1 1,-6 1 1-16,-3-1-1 16,2 4 1-16,0 1-1 0,1 6 1 15,0 2-1-15,4 2 0 16,4 1-3-16,-12-16-181 15</inkml:trace>
  <inkml:trace contextRef="#ctx0" brushRef="#br1" timeOffset="12368.2">27355 4812 181 0,'0'0'0'0,"0"0"0"15,0 0 1-15,0 0 0 0,0 0 1 16,0 0 1-16,0 0 0 15,0 0-1-15,0 0 1 16,0 0 0-16,0 0 0 16,0 0-1-16,0 0 1 15,0 0-1-15,0 0 0 16,-33 22 0-16,16-6 0 16,-2 3 0-16,5-4 0 15,3 4 0-15,7 4 1 16,5 1-1-16,1-3 1 15,1 1-1-15,6 5 1 16,4 1-1-16,-1-2 0 0,2-1 0 16,-1-1 0-16,1-6-1 15,-4-4 1-15,-4-1-1 16,3-2 0-16,4-3 0 16,-1-5 0-16,2 1 0 15,4-8 0-15,4-6-1 0,1-2 1 16,6-10-1-16,-4 2 1 31,-2-7-1-31,1-2 1 0,-2-3-1 16,-5 0 1-16,-1-3-1 15,-13 1 0-15,-8 1 0 16,-3 7 0-16,-4 2 0 16,-10 3 0-16,-7 0 0 15,3 7 0-15,-1 5 0 16,5 3 0-16,2 9-2 0,6-3 1 15,-1 0-184-15</inkml:trace>
  <inkml:trace contextRef="#ctx0" brushRef="#br1" timeOffset="13314.09">28190 4887 185 0,'0'0'0'0,"7"5"0"16,-7-5 1-16,11 0 1 16,-11 0 0-16,9-11 1 15,-6 3 0-15,-1 0-1 0,-2 8 0 16,0-7 0-16,-10 7 1 16,-5 3-1-16,-7 9 1 15,-8 2-1-15,2 5 0 16,-4 4-1-16,5 8 1 15,4 10 0-15,12-4 0 16,8-1-1-16,9-1 1 16,10-3 0-16,4-5 0 15,8-8 0-15,9-1 0 16,8-7-1-16,2-3 1 16,3-8-1-16,-3-6 1 15,-1-7-1-15,-8-5 1 16,-5-9-1-16,-10-6 1 15,-9-3-1-15,-9-4 1 16,-8-1-1-16,-11 2 0 16,-10 0-1-16,1 11 1 15,-6 8-1-15,4 5 0 16,2 4-3-16,5 3 1 16,1 0-178-16</inkml:trace>
  <inkml:trace contextRef="#ctx0" brushRef="#br1" timeOffset="13871.32">28666 4900 185 0,'0'0'0'0,"-2"7"0"0,2-7 0 16,0 0 0-16,0 0 0 15,7-4 1-15,-7 4 1 0,0 0 1 16,-7 0 1-16,-4 1-1 16,-4 6 1-1,-4 4-1-15,-2 9 1 16,-1 6-1-16,7 7 1 16,2 9-1-16,12-4 0 15,8 0-1-15,4-3 0 16,5-2-1-16,4-10 1 15,7-4-1-15,3-13 1 0,6-9-1 16,-1-11 1-16,1-7-1 16,-10-5 1-16,-5-11-1 15,-9-1 1-15,-7-4-1 16,-8 5 1-16,-10-1-1 0,1 7 0 16,-2 1-1-16,0 9 1 15,-1 5-1-15,-2 4 0 16,0-3-2-16,-18-11-178 15</inkml:trace>
  <inkml:trace contextRef="#ctx0" brushRef="#br1" timeOffset="14377.32">29107 4942 192 0,'0'0'0'15,"-25"22"0"-15,25-22 1 16,3-11 0-16,-2 3 1 0,1 0-1 16,-5 2 1-16,-3 4 1 0,-10 2 0 15,-8 3 0-15,-7 7 0 16,-7 4 0-16,4 5 0 16,-1 7-1-16,10 4 0 15,6 9 0-15,18-2 0 16,12 0 0-1,8-2 1-15,10-6-1 16,7-2 0-16,10-4-1 16,-4-12 1-16,4-6-1 0,-4-10 1 15,1-14-1-15,-10-7 1 16,-8-8-1-16,-10-7 1 16,-8-7-1-16,-11 1 0 15,-10 2 0-15,-6 3 0 16,-10 4-1-16,8 12 0 15,2 7-4-15,3 5 1 16,-1 2-175-16</inkml:trace>
  <inkml:trace contextRef="#ctx0" brushRef="#br1" timeOffset="14877.58">29666 4967 188 0,'-10'4'0'0,"-7"4"0"0,7-5 0 15,4-6 0-15,0-1 0 16,1 0 1-16,-11-3 0 16,-4-1 2-16,-5 5 0 15,-3-2 2-15,1 7 0 16,2 5-1-16,-2 11 1 16,2 8-2-16,3 4 1 15,2 5-1-15,9 3 0 16,6 2-2-16,11-4 1 15,8 0-1-15,15-9 1 16,13-7-1-16,4-9 1 16,7-8 0-16,-8-9 0 15,-1-5 0-15,0-5 0 16,2-4-1-16,-12-10 1 16,-7-2-1-16,-22-4 0 15,-18-8 0-15,-15-14 0 16,-14-10-1-16,-9 23 1 15,-7 12-1-15,-50-44-187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580" units="cm"/>
          <inkml:channel name="Y" type="integer" max="1222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627.32556" units="1/cm"/>
          <inkml:channelProperty channel="Y" name="resolution" value="629.89691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0T22:44:43.2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27462 5455 149 0,'0'0'0'16,"22"0"0"-16,-14 0 0 15,-3 0 1-15,-5 0 0 16,0 0 1-16,0 0 0 15,0 0 1-15,0 0 0 16,0 0 1-16,0 0 0 16,4 11-1-16,1-2 1 15,0 8-1-15,4 6 0 16,2 9 0-16,2 2 0 16,1 6 0-16,0 1 0 15,2 4 0-15,-2-1 1 16,0 1-1-16,0-3 0 0,-1-1-1 15,-1-10 1-15,-1-5-2 16,0-5 1-16,-5-6-2 16,2 1 1-16,0-1-1 15,-2-1 1-15,-1-6-1 0,-2 0 0 16,-1-3-1-16,-2-5 1 16,0 0-159-16</inkml:trace>
  <inkml:trace contextRef="#ctx0" brushRef="#br0" timeOffset="1295.55">27908 5550 91 0,'0'0'0'0,"-5"-8"0"16,5 8 0-16,0 0 0 15,0 0 0-15,0 0 3 16,0 0 1-16,0 0 5 15,0 0 0-15,-12 11-3 16,4-3 1-16,-2 3 1 0,1-4 0 16,-1 1-2-16,1-5 1 15,0 2-2-15,1-2 0 16,3-1-1-16,5-2 1 16,-6-5-2-1,6-3 0-15,1 0-1 0,7-6 0 16,5-1-1-16,4-1 1 15,7-6-1-15,4 7 1 16,5-4-1-16,1 7 1 16,6-2-1-16,-4 6 0 15,-2 0-1-15,-6 2 1 16,-4 4-1-16,-4 2 1 16,-2 0-1-16,-6 8 1 15,-2 4 0-15,-6 10 0 16,-2 5-1-16,-5 2 1 15,-4 6-1-15,-4 2 1 16,-3 2-1-16,-4-2 1 0,-4 1-1 16,-5-7 1-16,-3 2-1 15,-3-4 1-15,-5 3-1 16,5-9 1-16,4 0-1 16,4-5 1-1,6-8-1-15,3 0 1 0,7-4-1 16,1-1 1-16,1-2 0 15,7-3 0-15,0 0 0 0,0 0 0 16,15-6 0 0,3 1 0-16,11 0 0 15,4 2 0-15,7 3 0 16,1 0 1-16,3 0-1 0,0 3 1 16,0-1-1-16,5 1 0 15,1 0-1-15,0-6 1 16,0-2-1-16,-10-6 0 15,-1 4-168-15</inkml:trace>
  <inkml:trace contextRef="#ctx0" brushRef="#br0" timeOffset="2809.58">28755 5425 151 0,'0'0'0'16,"-11"3"0"-16,11-3 0 15,18-3 0-15,-9 0 0 16,2 1 0-16,2-1 0 16,1 0 0-16,-3 0 0 15,-4 1 1-15,0 2 0 16,-3-3 0-16,-4 3 1 15,0 0-1-15,0 0 1 16,-9 8-1-16,1 0 1 16,-1 3 0-16,-5 4 0 15,-4 7 0-15,1-3 0 16,0 0 1-16,1-1 0 0,0 3-1 16,1 0 0-1,-1 6 0-15,4-8 0 16,1-4 1-16,1 7 0 15,1 1-1-15,-1 4 0 0,2-1-1 16,-1 1 1-16,1-1-1 16,-1-1 1-16,-1-1-1 15,4-4 1-15,1-3 0 0,1 0 0 16,-1 1-1-16,5-3 1 16,5-2-1-1,1 1 1-15,3 1-1 16,1-4 0-16,1 0 0 0,4-3 1 15,6-4-1-15,-4 3 0 16,-1-6 0-16,3-2 0 16,-1-7 0-16,3 2 0 15,-1 1-1-15,1-11 1 16,-2-1-1-16,-2-3 1 16,-3-2-1-16,-2 0 1 15,1 2-1-15,-4 1 0 16,-1 4 0-16,-1-1 0 15,-4 5 0-15,-3-3 0 16,-2 2 0-16,-9 1 0 16,-5 0 0-16,-4 0 0 15,-4 6 0-15,-2 1 0 16,-2 2 0-16,2 1 0 0,1 1 0 16,2-4 0-16,2 1 0 15,-4-1 0-15,-1-4 0 16,-1 0 0-16,-1-3 0 15,6 0 0-15,3 3 0 16,3 1 0-16,4-4 0 0,2 3 0 16,2-5 0-16,4 3 0 15,1-1 0-15,3-5 0 16,3-1 0 0,3 1 0-16,2 1 0 15,1-1 0-15,4 2 0 16,6 3 0-16,4 2 0 0,9-2 0 15,5 0 0-15,7-1 0 16,6-6 0-16,-12 6 0 16,0-4-167-16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AE7D5-C54E-4556-A421-11C93A78E7E9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277DD-1310-4F93-B98C-702BFABE3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8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277DD-1310-4F93-B98C-702BFABE3F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52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277DD-1310-4F93-B98C-702BFABE3F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13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736D6-110D-C047-505F-0C6CB9277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CFCB2-4823-DFEC-B413-3EAEEE20D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06DCA-51EE-6ADC-75F7-0F28A6274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3DEB4-1EA5-31A0-F1A4-2B61D833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5DEF1-CC96-D768-2509-2AB5D50C9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5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39BF5-D782-A44C-DB5E-DF74C4ED1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B46C4-29CF-9009-BBD8-9C4F111562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D5883-A614-B75E-B9D5-DEC93B598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D481F-484E-41A7-3894-C0C79791C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A4024-C8FE-63BA-A101-B9BBDE11D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0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A7C82-D02C-9CBE-965A-1E45CC726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508515-A81C-42DC-3293-486258452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24374-EB4A-2A2D-9428-CA359869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9127-9D6F-1A54-6C7C-440A51C06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528F2-BC6E-43CB-4103-C6607318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962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0700-38F2-FC4F-88C9-7D5C9E0F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F3C91-61E6-37A3-5191-7ECFCF2A4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E76344-90B5-4EF3-3E9C-C1859F9429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65F15-D3D8-5E68-E91C-7845348D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5871A-2CA8-7ECB-FEBD-CD9BA756E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314B4-D6C8-EAE1-D6E3-1B33F7B44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96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91A3-DC81-EFDB-0224-04F7BC92D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15E3E-67A0-2EA5-D823-96389801F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65130-D8D1-1005-8FB9-26B1A61EE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CF4BE-4BDD-C79E-04F1-06F5CDCB2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EE47C-00B3-7F36-63ED-4718378589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A7A383-B0B9-8356-B7C3-42D6CAD8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73CA7C-0656-4B47-A20F-57BDCCA58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B6D35-9D6B-B3B6-9EEB-D3065529F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4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506DF-7B63-B762-AC2B-C4CF784E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88916-5B54-1199-0E22-E97A4968A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8FBC7-46EF-00E1-E5C3-2810965D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8839C-ED36-8DF0-D163-6D054C9A6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5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DE3D0C-FE7C-3F83-09AE-85AE396C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87527B-6354-1FB4-E646-B85DF6A3A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01472-9745-8CED-9E03-C35A1E98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35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2FE0-8E8A-9B7B-6682-AAA587FE7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90BD-5E4F-0D53-24F3-5D5539DE3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D0B7B-597A-4044-81F5-6B1268151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1EC1F-0226-A33F-856C-F3424E19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C297E-646F-6184-07AA-D4D435E3D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BC26C-A7A6-3393-E2FA-0FA0642C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5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E48CB-4897-4E17-2DD2-DB1455C3D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823818-02EF-B9BB-2F35-1F3DB4EEB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D7F60-93F1-4CFE-9792-8F7191C96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D9B6D-6FBA-851C-4ABA-A4F193E5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3190EE-05DF-C650-2339-ABF901B66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99AFD-B0A0-2933-980A-DC9D8D57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70FB-6BAB-BE5D-F2D4-B3F3FC6F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E0273-6583-81C2-74DA-624EE4B4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4F9B7-74DF-45B6-174E-BB37292A5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9EF51-A3AF-6A9F-46EB-8D7D922D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65B1C-0511-34A0-4EC0-D734B8AE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3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3DBA46-FA06-1578-8075-1E05E9411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9D4F3-3695-F159-2043-257244D49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971A3-138E-5E89-A450-BF19CB00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655C3-34FC-DCC2-9441-E1E89F3B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20806-C309-F977-D557-B10EE506E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09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0000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F6300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</a:t>
            </a:r>
          </a:p>
          <a:p>
            <a:pPr lvl="0"/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nisi. </a:t>
            </a:r>
            <a:r>
              <a:rPr lang="en-US" err="1"/>
              <a:t>Mauris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vitae.</a:t>
            </a:r>
          </a:p>
          <a:p>
            <a:pPr lvl="0"/>
            <a:r>
              <a:rPr lang="en-US" err="1"/>
              <a:t>Consectetur</a:t>
            </a:r>
            <a:r>
              <a:rPr lang="en-US"/>
              <a:t> libero id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</a:t>
            </a:r>
          </a:p>
          <a:p>
            <a:pPr lvl="0"/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tempus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lacus.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gravida cum </a:t>
            </a:r>
            <a:r>
              <a:rPr lang="en-US" err="1"/>
              <a:t>sociis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85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4CA383-9041-15E3-BE2F-785D380C1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EC581-06EF-3EA9-A174-BCFF98AFA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D7D0E-A2CB-9CDC-DC54-C84DD2389C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D5A75-95F5-4270-BE36-016BA081157E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4B0F4-9F81-07F4-0F09-15363E7AF2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DEE9B-02EA-EE6E-0199-B7633D2A5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94514-6C1E-422E-8A50-055BEE2411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29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5" Type="http://schemas.openxmlformats.org/officeDocument/2006/relationships/customXml" Target="../ink/ink2.xml"/><Relationship Id="rId4" Type="http://schemas.openxmlformats.org/officeDocument/2006/relationships/image" Target="../media/image60.png"/><Relationship Id="rId9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316" y="586855"/>
            <a:ext cx="4483510" cy="28421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altLang="zh-CN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Network Subnetting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6705599" y="649480"/>
            <a:ext cx="4660005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  Dr. Majd </a:t>
            </a:r>
            <a:r>
              <a:rPr lang="en-US" dirty="0">
                <a:solidFill>
                  <a:schemeClr val="tx1"/>
                </a:solidFill>
              </a:rPr>
              <a:t>Tahat </a:t>
            </a:r>
          </a:p>
          <a:p>
            <a:pPr marL="114300" indent="-22860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B80EAE4-46F6-A93E-9D3C-DB778F3522BA}"/>
              </a:ext>
            </a:extLst>
          </p:cNvPr>
          <p:cNvSpPr txBox="1">
            <a:spLocks/>
          </p:cNvSpPr>
          <p:nvPr/>
        </p:nvSpPr>
        <p:spPr>
          <a:xfrm>
            <a:off x="319046" y="419708"/>
            <a:ext cx="1918034" cy="76943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zh-CN" sz="4000" b="1" dirty="0">
                <a:solidFill>
                  <a:srgbClr val="FF0000"/>
                </a:solidFill>
              </a:rPr>
              <a:t>Chapter 4</a:t>
            </a:r>
          </a:p>
        </p:txBody>
      </p:sp>
    </p:spTree>
    <p:extLst>
      <p:ext uri="{BB962C8B-B14F-4D97-AF65-F5344CB8AC3E}">
        <p14:creationId xmlns:p14="http://schemas.microsoft.com/office/powerpoint/2010/main" val="1016094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A4BC8DE-15B3-4EAE-94A0-DFF52792E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327" y="1917290"/>
            <a:ext cx="10783529" cy="4767879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IPv4, is a </a:t>
            </a:r>
            <a:r>
              <a:rPr lang="en-US" altLang="en-US" dirty="0">
                <a:latin typeface="+mn-lt"/>
              </a:rPr>
              <a:t>u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nique address used by devices for identification and communication </a:t>
            </a:r>
          </a:p>
          <a:p>
            <a:pPr marL="0" marR="0" lvl="0" indent="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consists of 32bits and is divided into 4 octets separated by periods, where 1 octet = 8 bits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7DD8F8E-B4C9-E9DD-D7F9-4F7FC67E59CE}"/>
              </a:ext>
            </a:extLst>
          </p:cNvPr>
          <p:cNvSpPr txBox="1">
            <a:spLocks/>
          </p:cNvSpPr>
          <p:nvPr/>
        </p:nvSpPr>
        <p:spPr>
          <a:xfrm>
            <a:off x="838199" y="148816"/>
            <a:ext cx="107835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IPv4 </a:t>
            </a:r>
            <a:r>
              <a:rPr lang="en-US" sz="2000" dirty="0"/>
              <a:t>(Review)                                                                                                                     </a:t>
            </a:r>
            <a:r>
              <a:rPr lang="en-US" dirty="0"/>
              <a:t>    </a:t>
            </a:r>
            <a:endParaRPr lang="en-US" sz="2000" dirty="0"/>
          </a:p>
        </p:txBody>
      </p:sp>
      <p:pic>
        <p:nvPicPr>
          <p:cNvPr id="13" name="Picture 12" descr="A black background with text and numbers&#10;&#10;Description automatically generated">
            <a:extLst>
              <a:ext uri="{FF2B5EF4-FFF2-40B4-BE49-F238E27FC236}">
                <a16:creationId xmlns:a16="http://schemas.microsoft.com/office/drawing/2014/main" id="{82E23897-5EA7-FC02-047E-DABEA4817A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70"/>
          <a:stretch/>
        </p:blipFill>
        <p:spPr>
          <a:xfrm>
            <a:off x="2983128" y="3173360"/>
            <a:ext cx="6327925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031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AA2F-9B52-44BC-893A-23F07E606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1598501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IP Address Class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A4BC8DE-15B3-4EAE-94A0-DFF52792E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684" y="3370991"/>
            <a:ext cx="5127172" cy="346165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</a:rPr>
              <a:t>o find the class of the given IP address, look at the first octet. The range of each class is given in the following table.</a:t>
            </a:r>
          </a:p>
          <a:p>
            <a:pPr marL="0" marR="0" lvl="0" indent="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</a:rPr>
              <a:t> If the IP address given is 64.19.23.0 then the first octet is 64 which is in the range of 0 to 127, so the given IP address belongs to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</a:rPr>
              <a:t>class 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</a:rPr>
              <a:t>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805ADB-F450-4D25-99DD-F68043F09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906749"/>
              </p:ext>
            </p:extLst>
          </p:nvPr>
        </p:nvGraphicFramePr>
        <p:xfrm>
          <a:off x="643192" y="1969094"/>
          <a:ext cx="5115348" cy="4231926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222980">
                  <a:extLst>
                    <a:ext uri="{9D8B030D-6E8A-4147-A177-3AD203B41FA5}">
                      <a16:colId xmlns:a16="http://schemas.microsoft.com/office/drawing/2014/main" val="2475318980"/>
                    </a:ext>
                  </a:extLst>
                </a:gridCol>
                <a:gridCol w="2892368">
                  <a:extLst>
                    <a:ext uri="{9D8B030D-6E8A-4147-A177-3AD203B41FA5}">
                      <a16:colId xmlns:a16="http://schemas.microsoft.com/office/drawing/2014/main" val="373962997"/>
                    </a:ext>
                  </a:extLst>
                </a:gridCol>
              </a:tblGrid>
              <a:tr h="70532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Classes</a:t>
                      </a:r>
                    </a:p>
                  </a:txBody>
                  <a:tcPr marL="193715" marR="155220" marT="149011" marB="14901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range</a:t>
                      </a:r>
                    </a:p>
                  </a:txBody>
                  <a:tcPr marL="193715" marR="155220" marT="149011" marB="14901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589055"/>
                  </a:ext>
                </a:extLst>
              </a:tr>
              <a:tr h="70532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 dirty="0">
                          <a:solidFill>
                            <a:schemeClr val="bg1"/>
                          </a:solidFill>
                          <a:effectLst/>
                        </a:rPr>
                        <a:t>A</a:t>
                      </a:r>
                    </a:p>
                  </a:txBody>
                  <a:tcPr marL="193715" marR="149011" marT="149011" marB="149011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0 to 127</a:t>
                      </a:r>
                    </a:p>
                  </a:txBody>
                  <a:tcPr marL="193715" marR="155220" marT="149011" marB="14901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3091"/>
                  </a:ext>
                </a:extLst>
              </a:tr>
              <a:tr h="70532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</a:p>
                  </a:txBody>
                  <a:tcPr marL="193715" marR="149011" marT="149011" marB="14901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128 to 191</a:t>
                      </a:r>
                    </a:p>
                  </a:txBody>
                  <a:tcPr marL="193715" marR="155220" marT="149011" marB="14901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767578"/>
                  </a:ext>
                </a:extLst>
              </a:tr>
              <a:tr h="70532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 dirty="0">
                          <a:solidFill>
                            <a:schemeClr val="bg1"/>
                          </a:solidFill>
                          <a:effectLst/>
                        </a:rPr>
                        <a:t>C</a:t>
                      </a:r>
                    </a:p>
                  </a:txBody>
                  <a:tcPr marL="193715" marR="149011" marT="149011" marB="149011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192 to 223</a:t>
                      </a:r>
                    </a:p>
                  </a:txBody>
                  <a:tcPr marL="193715" marR="155220" marT="149011" marB="14901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629551"/>
                  </a:ext>
                </a:extLst>
              </a:tr>
              <a:tr h="70532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D</a:t>
                      </a:r>
                    </a:p>
                  </a:txBody>
                  <a:tcPr marL="193715" marR="149011" marT="149011" marB="14901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224 to 239</a:t>
                      </a:r>
                    </a:p>
                  </a:txBody>
                  <a:tcPr marL="193715" marR="155220" marT="149011" marB="14901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953522"/>
                  </a:ext>
                </a:extLst>
              </a:tr>
              <a:tr h="70532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>
                          <a:solidFill>
                            <a:schemeClr val="bg1"/>
                          </a:solidFill>
                          <a:effectLst/>
                        </a:rPr>
                        <a:t>E</a:t>
                      </a:r>
                    </a:p>
                  </a:txBody>
                  <a:tcPr marL="193715" marR="149011" marT="149011" marB="149011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2300" b="0" cap="none" spc="0" dirty="0">
                          <a:solidFill>
                            <a:schemeClr val="bg1"/>
                          </a:solidFill>
                          <a:effectLst/>
                        </a:rPr>
                        <a:t>240 to 255</a:t>
                      </a:r>
                    </a:p>
                  </a:txBody>
                  <a:tcPr marL="193715" marR="155220" marT="149011" marB="14901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613529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B7DD8F8E-B4C9-E9DD-D7F9-4F7FC67E59CE}"/>
              </a:ext>
            </a:extLst>
          </p:cNvPr>
          <p:cNvSpPr txBox="1">
            <a:spLocks/>
          </p:cNvSpPr>
          <p:nvPr/>
        </p:nvSpPr>
        <p:spPr>
          <a:xfrm>
            <a:off x="838199" y="148816"/>
            <a:ext cx="107835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IPv4 </a:t>
            </a:r>
            <a:r>
              <a:rPr lang="en-US" sz="2000" dirty="0"/>
              <a:t>(Review)                                                                                                                     </a:t>
            </a:r>
            <a:r>
              <a:rPr lang="en-US" dirty="0"/>
              <a:t>   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5346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B8CE1-8F0F-44E5-A118-0E46C7C9C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136321"/>
            <a:ext cx="10783529" cy="1325563"/>
          </a:xfrm>
        </p:spPr>
        <p:txBody>
          <a:bodyPr/>
          <a:lstStyle/>
          <a:p>
            <a:r>
              <a:rPr lang="en-US" dirty="0"/>
              <a:t>Binary </a:t>
            </a:r>
            <a:r>
              <a:rPr lang="en-US" sz="2000" dirty="0"/>
              <a:t>(Review)                                                                                                                     </a:t>
            </a:r>
            <a:r>
              <a:rPr lang="en-US" dirty="0"/>
              <a:t>    </a:t>
            </a:r>
            <a:r>
              <a:rPr lang="en-US" sz="2000" dirty="0"/>
              <a:t>Convert to decimal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A9D5EF-54A3-4C7C-AA90-04D6B42D0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5562776"/>
              </p:ext>
            </p:extLst>
          </p:nvPr>
        </p:nvGraphicFramePr>
        <p:xfrm>
          <a:off x="4178710" y="4670320"/>
          <a:ext cx="3382294" cy="7669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909">
                  <a:extLst>
                    <a:ext uri="{9D8B030D-6E8A-4147-A177-3AD203B41FA5}">
                      <a16:colId xmlns:a16="http://schemas.microsoft.com/office/drawing/2014/main" val="754465830"/>
                    </a:ext>
                  </a:extLst>
                </a:gridCol>
                <a:gridCol w="776795">
                  <a:extLst>
                    <a:ext uri="{9D8B030D-6E8A-4147-A177-3AD203B41FA5}">
                      <a16:colId xmlns:a16="http://schemas.microsoft.com/office/drawing/2014/main" val="2173972898"/>
                    </a:ext>
                  </a:extLst>
                </a:gridCol>
                <a:gridCol w="776795">
                  <a:extLst>
                    <a:ext uri="{9D8B030D-6E8A-4147-A177-3AD203B41FA5}">
                      <a16:colId xmlns:a16="http://schemas.microsoft.com/office/drawing/2014/main" val="3590935964"/>
                    </a:ext>
                  </a:extLst>
                </a:gridCol>
                <a:gridCol w="776795">
                  <a:extLst>
                    <a:ext uri="{9D8B030D-6E8A-4147-A177-3AD203B41FA5}">
                      <a16:colId xmlns:a16="http://schemas.microsoft.com/office/drawing/2014/main" val="1385195927"/>
                    </a:ext>
                  </a:extLst>
                </a:gridCol>
              </a:tblGrid>
              <a:tr h="3834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5938688"/>
                  </a:ext>
                </a:extLst>
              </a:tr>
              <a:tr h="3834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11000000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10101000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00000001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00000000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930969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96010F9-7EE3-4696-AB89-033D209B5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70478"/>
              </p:ext>
            </p:extLst>
          </p:nvPr>
        </p:nvGraphicFramePr>
        <p:xfrm>
          <a:off x="4178710" y="5751869"/>
          <a:ext cx="3382295" cy="89980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910">
                  <a:extLst>
                    <a:ext uri="{9D8B030D-6E8A-4147-A177-3AD203B41FA5}">
                      <a16:colId xmlns:a16="http://schemas.microsoft.com/office/drawing/2014/main" val="3955855955"/>
                    </a:ext>
                  </a:extLst>
                </a:gridCol>
                <a:gridCol w="776795">
                  <a:extLst>
                    <a:ext uri="{9D8B030D-6E8A-4147-A177-3AD203B41FA5}">
                      <a16:colId xmlns:a16="http://schemas.microsoft.com/office/drawing/2014/main" val="1656673806"/>
                    </a:ext>
                  </a:extLst>
                </a:gridCol>
                <a:gridCol w="776795">
                  <a:extLst>
                    <a:ext uri="{9D8B030D-6E8A-4147-A177-3AD203B41FA5}">
                      <a16:colId xmlns:a16="http://schemas.microsoft.com/office/drawing/2014/main" val="3707236721"/>
                    </a:ext>
                  </a:extLst>
                </a:gridCol>
                <a:gridCol w="776795">
                  <a:extLst>
                    <a:ext uri="{9D8B030D-6E8A-4147-A177-3AD203B41FA5}">
                      <a16:colId xmlns:a16="http://schemas.microsoft.com/office/drawing/2014/main" val="3075522853"/>
                    </a:ext>
                  </a:extLst>
                </a:gridCol>
              </a:tblGrid>
              <a:tr h="4499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1000298"/>
                  </a:ext>
                </a:extLst>
              </a:tr>
              <a:tr h="4499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11111111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11111111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11111111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00000000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2857718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4B862F0-7C6D-4DE7-B63C-768F54C9D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114497"/>
              </p:ext>
            </p:extLst>
          </p:nvPr>
        </p:nvGraphicFramePr>
        <p:xfrm>
          <a:off x="3411794" y="3474359"/>
          <a:ext cx="6367503" cy="876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2138">
                  <a:extLst>
                    <a:ext uri="{9D8B030D-6E8A-4147-A177-3AD203B41FA5}">
                      <a16:colId xmlns:a16="http://schemas.microsoft.com/office/drawing/2014/main" val="3780709662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2959302430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2975022491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4222068441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4069412068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2872732319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405491928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3534331736"/>
                    </a:ext>
                  </a:extLst>
                </a:gridCol>
              </a:tblGrid>
              <a:tr h="43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0131540"/>
                  </a:ext>
                </a:extLst>
              </a:tr>
              <a:tr h="43820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589701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3E7FFB1-C9AA-4D37-82AD-653502071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218359"/>
              </p:ext>
            </p:extLst>
          </p:nvPr>
        </p:nvGraphicFramePr>
        <p:xfrm>
          <a:off x="3411794" y="2435439"/>
          <a:ext cx="6367503" cy="765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2138">
                  <a:extLst>
                    <a:ext uri="{9D8B030D-6E8A-4147-A177-3AD203B41FA5}">
                      <a16:colId xmlns:a16="http://schemas.microsoft.com/office/drawing/2014/main" val="3780709662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2959302430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2975022491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4222068441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4069412068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2872732319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405491928"/>
                    </a:ext>
                  </a:extLst>
                </a:gridCol>
                <a:gridCol w="762195">
                  <a:extLst>
                    <a:ext uri="{9D8B030D-6E8A-4147-A177-3AD203B41FA5}">
                      <a16:colId xmlns:a16="http://schemas.microsoft.com/office/drawing/2014/main" val="3534331736"/>
                    </a:ext>
                  </a:extLst>
                </a:gridCol>
              </a:tblGrid>
              <a:tr h="3826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0131540"/>
                  </a:ext>
                </a:extLst>
              </a:tr>
              <a:tr h="3826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5897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74A505-AD16-4C30-A0AD-A208C08F3A5C}"/>
              </a:ext>
            </a:extLst>
          </p:cNvPr>
          <p:cNvSpPr txBox="1"/>
          <p:nvPr/>
        </p:nvSpPr>
        <p:spPr>
          <a:xfrm>
            <a:off x="9779294" y="2662399"/>
            <a:ext cx="131121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solidFill>
                  <a:srgbClr val="FF0000"/>
                </a:solidFill>
              </a:rPr>
              <a:t>255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F26D78-B191-491C-BB11-15712D8698DB}"/>
              </a:ext>
            </a:extLst>
          </p:cNvPr>
          <p:cNvSpPr txBox="1"/>
          <p:nvPr/>
        </p:nvSpPr>
        <p:spPr>
          <a:xfrm>
            <a:off x="9779294" y="3761985"/>
            <a:ext cx="131121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solidFill>
                  <a:srgbClr val="FF0000"/>
                </a:solidFill>
              </a:rPr>
              <a:t>192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66C38B-66F2-6C68-0081-1D4B1BE962C6}"/>
              </a:ext>
            </a:extLst>
          </p:cNvPr>
          <p:cNvSpPr txBox="1"/>
          <p:nvPr/>
        </p:nvSpPr>
        <p:spPr>
          <a:xfrm>
            <a:off x="1661652" y="2940644"/>
            <a:ext cx="3136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binary number --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AF9A3E-9F7C-9368-0E77-615100C9D0F0}"/>
              </a:ext>
            </a:extLst>
          </p:cNvPr>
          <p:cNvSpPr txBox="1"/>
          <p:nvPr/>
        </p:nvSpPr>
        <p:spPr>
          <a:xfrm>
            <a:off x="589933" y="2461438"/>
            <a:ext cx="3018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positional values/ weights--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98360C-4F18-7798-DA6A-3DB908EB0039}"/>
              </a:ext>
            </a:extLst>
          </p:cNvPr>
          <p:cNvSpPr txBox="1"/>
          <p:nvPr/>
        </p:nvSpPr>
        <p:spPr>
          <a:xfrm>
            <a:off x="4227867" y="2036332"/>
            <a:ext cx="52700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1 Octet</a:t>
            </a:r>
            <a:r>
              <a:rPr lang="en-US" dirty="0"/>
              <a:t> 8 bit </a:t>
            </a:r>
            <a:r>
              <a:rPr lang="en-US" dirty="0">
                <a:highlight>
                  <a:srgbClr val="FFFF00"/>
                </a:highlight>
              </a:rPr>
              <a:t>Rang 0-255 </a:t>
            </a:r>
            <a:r>
              <a:rPr lang="en-US" dirty="0"/>
              <a:t> 0 if it’s all 0’s, 255 if 1’s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CA756C-C89A-BFEB-0DEE-CB8ED5E9CD95}"/>
              </a:ext>
            </a:extLst>
          </p:cNvPr>
          <p:cNvCxnSpPr>
            <a:cxnSpLocks/>
          </p:cNvCxnSpPr>
          <p:nvPr/>
        </p:nvCxnSpPr>
        <p:spPr>
          <a:xfrm flipH="1">
            <a:off x="3411794" y="2152174"/>
            <a:ext cx="875065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56FC08-CBE8-7A6D-49BF-6318BFB5B77B}"/>
              </a:ext>
            </a:extLst>
          </p:cNvPr>
          <p:cNvCxnSpPr>
            <a:cxnSpLocks/>
          </p:cNvCxnSpPr>
          <p:nvPr/>
        </p:nvCxnSpPr>
        <p:spPr>
          <a:xfrm flipH="1">
            <a:off x="9085006" y="2166925"/>
            <a:ext cx="6942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057F0CA-291A-9E22-772F-A590D717AA84}"/>
              </a:ext>
            </a:extLst>
          </p:cNvPr>
          <p:cNvCxnSpPr/>
          <p:nvPr/>
        </p:nvCxnSpPr>
        <p:spPr>
          <a:xfrm flipV="1">
            <a:off x="3411794" y="2147261"/>
            <a:ext cx="0" cy="2685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68FF795-FDE8-BA31-1900-804B0C58CCCE}"/>
              </a:ext>
            </a:extLst>
          </p:cNvPr>
          <p:cNvCxnSpPr/>
          <p:nvPr/>
        </p:nvCxnSpPr>
        <p:spPr>
          <a:xfrm flipV="1">
            <a:off x="9768367" y="2152178"/>
            <a:ext cx="0" cy="2685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014B525-5C54-9421-6D30-4EC0A07B22D8}"/>
              </a:ext>
            </a:extLst>
          </p:cNvPr>
          <p:cNvSpPr txBox="1"/>
          <p:nvPr/>
        </p:nvSpPr>
        <p:spPr>
          <a:xfrm>
            <a:off x="1435510" y="4685869"/>
            <a:ext cx="3515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IP address in decimal--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9D3DB2-26DE-8121-76AC-BC395F8C57F7}"/>
              </a:ext>
            </a:extLst>
          </p:cNvPr>
          <p:cNvSpPr txBox="1"/>
          <p:nvPr/>
        </p:nvSpPr>
        <p:spPr>
          <a:xfrm>
            <a:off x="2020531" y="5167653"/>
            <a:ext cx="3136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IP address in binary-- </a:t>
            </a:r>
          </a:p>
        </p:txBody>
      </p:sp>
    </p:spTree>
    <p:extLst>
      <p:ext uri="{BB962C8B-B14F-4D97-AF65-F5344CB8AC3E}">
        <p14:creationId xmlns:p14="http://schemas.microsoft.com/office/powerpoint/2010/main" val="3817043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7610014-5FAC-B03A-5983-5202C8A1A476}"/>
              </a:ext>
            </a:extLst>
          </p:cNvPr>
          <p:cNvSpPr txBox="1">
            <a:spLocks/>
          </p:cNvSpPr>
          <p:nvPr/>
        </p:nvSpPr>
        <p:spPr>
          <a:xfrm>
            <a:off x="743576" y="2113933"/>
            <a:ext cx="11055134" cy="374609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subnet is a logical subdivision of an </a:t>
            </a:r>
            <a:r>
              <a:rPr lang="en-US" b="1" dirty="0"/>
              <a:t>IP</a:t>
            </a:r>
            <a:r>
              <a:rPr lang="en-US" dirty="0"/>
              <a:t> </a:t>
            </a:r>
            <a:r>
              <a:rPr lang="en-US" b="1" dirty="0"/>
              <a:t>Network</a:t>
            </a:r>
            <a:r>
              <a:rPr lang="en-US" dirty="0"/>
              <a:t> into </a:t>
            </a:r>
            <a:r>
              <a:rPr lang="en-US" i="1" dirty="0">
                <a:solidFill>
                  <a:srgbClr val="FF0000"/>
                </a:solidFill>
              </a:rPr>
              <a:t>smaller networks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Subnetting </a:t>
            </a:r>
            <a:r>
              <a:rPr lang="en-US" b="1" dirty="0"/>
              <a:t>improves</a:t>
            </a:r>
            <a:r>
              <a:rPr lang="en-US" dirty="0"/>
              <a:t> overall performance and security. </a:t>
            </a:r>
          </a:p>
          <a:p>
            <a:endParaRPr lang="en-US" dirty="0"/>
          </a:p>
          <a:p>
            <a:r>
              <a:rPr lang="en-US" dirty="0"/>
              <a:t>Also, it reduces congestion in networks </a:t>
            </a:r>
          </a:p>
          <a:p>
            <a:pPr marL="0" indent="0">
              <a:buNone/>
            </a:pPr>
            <a:r>
              <a:rPr lang="en-US" dirty="0"/>
              <a:t>by </a:t>
            </a:r>
            <a:r>
              <a:rPr lang="en-US" b="1" dirty="0"/>
              <a:t>reducing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broadcast traffic </a:t>
            </a:r>
            <a:r>
              <a:rPr lang="en-US" dirty="0"/>
              <a:t>and </a:t>
            </a:r>
            <a:r>
              <a:rPr lang="en-US" b="1" dirty="0"/>
              <a:t>better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network management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176A055-3A35-6912-9C2A-1CB3B5644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576" y="365126"/>
            <a:ext cx="10610224" cy="1096712"/>
          </a:xfrm>
        </p:spPr>
        <p:txBody>
          <a:bodyPr/>
          <a:lstStyle/>
          <a:p>
            <a:r>
              <a:rPr lang="en-US" dirty="0"/>
              <a:t>Network Subnetting </a:t>
            </a:r>
          </a:p>
        </p:txBody>
      </p:sp>
    </p:spTree>
    <p:extLst>
      <p:ext uri="{BB962C8B-B14F-4D97-AF65-F5344CB8AC3E}">
        <p14:creationId xmlns:p14="http://schemas.microsoft.com/office/powerpoint/2010/main" val="4009798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Network ID and Host ID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>
          <a:xfrm>
            <a:off x="743576" y="1638299"/>
            <a:ext cx="10897818" cy="5136127"/>
          </a:xfrm>
        </p:spPr>
        <p:txBody>
          <a:bodyPr>
            <a:normAutofit lnSpcReduction="10000"/>
          </a:bodyPr>
          <a:lstStyle/>
          <a:p>
            <a:pPr algn="l"/>
            <a:r>
              <a:rPr lang="en-US" altLang="zh-CN" dirty="0"/>
              <a:t>The IP address is divided into two parts: a </a:t>
            </a:r>
            <a:r>
              <a:rPr lang="en-US" altLang="zh-CN" b="1" dirty="0"/>
              <a:t>network ID </a:t>
            </a:r>
            <a:r>
              <a:rPr lang="en-US" altLang="zh-CN" dirty="0"/>
              <a:t>and a </a:t>
            </a:r>
            <a:r>
              <a:rPr lang="en-US" altLang="zh-CN" b="1" dirty="0"/>
              <a:t>host ID</a:t>
            </a:r>
          </a:p>
          <a:p>
            <a:r>
              <a:rPr lang="en-US" altLang="zh-CN" sz="2400" i="1" u="sng" dirty="0"/>
              <a:t>A subnet mask </a:t>
            </a:r>
            <a:r>
              <a:rPr lang="en-US" altLang="zh-CN" dirty="0"/>
              <a:t>is used so devices can determine which part of an IP address is </a:t>
            </a:r>
            <a:br>
              <a:rPr lang="en-US" altLang="zh-CN" dirty="0"/>
            </a:br>
            <a:r>
              <a:rPr lang="en-US" altLang="zh-CN" dirty="0"/>
              <a:t>the </a:t>
            </a:r>
            <a:r>
              <a:rPr lang="en-US" altLang="zh-CN" b="1" dirty="0"/>
              <a:t>network ID </a:t>
            </a:r>
            <a:r>
              <a:rPr lang="en-US" altLang="zh-CN" dirty="0"/>
              <a:t>and which part is the </a:t>
            </a:r>
            <a:r>
              <a:rPr lang="en-US" altLang="zh-CN" b="1" dirty="0"/>
              <a:t>host ID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/>
              <a:t>The number of 1s in the subnet mask determines the number of bits in the IP address belong to the </a:t>
            </a:r>
            <a:r>
              <a:rPr lang="en-US" altLang="zh-CN" b="1" dirty="0">
                <a:solidFill>
                  <a:srgbClr val="000000"/>
                </a:solidFill>
              </a:rPr>
              <a:t>network ID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All devices within the same network share the same </a:t>
            </a:r>
            <a:r>
              <a:rPr lang="en-US" altLang="zh-CN" b="1" dirty="0">
                <a:solidFill>
                  <a:srgbClr val="000000"/>
                </a:solidFill>
              </a:rPr>
              <a:t>network ID</a:t>
            </a:r>
            <a:r>
              <a:rPr lang="en-US" altLang="zh-CN" dirty="0">
                <a:solidFill>
                  <a:srgbClr val="000000"/>
                </a:solidFill>
              </a:rPr>
              <a:t>. </a:t>
            </a:r>
            <a:r>
              <a:rPr lang="en-US" altLang="zh-CN" dirty="0">
                <a:solidFill>
                  <a:srgbClr val="FF0000"/>
                </a:solidFill>
              </a:rPr>
              <a:t>Not changing part of the IP </a:t>
            </a:r>
          </a:p>
          <a:p>
            <a:pPr lvl="1"/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/>
              <a:t>a </a:t>
            </a:r>
            <a:r>
              <a:rPr lang="en-US" altLang="zh-CN" b="1" dirty="0">
                <a:solidFill>
                  <a:srgbClr val="000000"/>
                </a:solidFill>
              </a:rPr>
              <a:t>host ID </a:t>
            </a:r>
            <a:r>
              <a:rPr lang="en-US" altLang="zh-CN" dirty="0">
                <a:solidFill>
                  <a:srgbClr val="000000"/>
                </a:solidFill>
              </a:rPr>
              <a:t>distinguishes one device from another within the same network. </a:t>
            </a:r>
            <a:r>
              <a:rPr lang="en-US" altLang="zh-CN" dirty="0">
                <a:solidFill>
                  <a:srgbClr val="FF0000"/>
                </a:solidFill>
              </a:rPr>
              <a:t>Changing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lvl="1"/>
            <a:endParaRPr lang="en-US" altLang="zh-CN" dirty="0">
              <a:solidFill>
                <a:srgbClr val="000000"/>
              </a:solidFill>
            </a:endParaRPr>
          </a:p>
          <a:p>
            <a:pPr lvl="1"/>
            <a:r>
              <a:rPr lang="en-US" altLang="zh-CN" dirty="0">
                <a:solidFill>
                  <a:srgbClr val="000000"/>
                </a:solidFill>
              </a:rPr>
              <a:t>Think about it as your address the street is not changing but the houses numbers on it are changing  </a:t>
            </a:r>
          </a:p>
          <a:p>
            <a:endParaRPr lang="zh-CN" altLang="en-US" dirty="0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1A95A98A-90B6-0E20-6D62-9FA8B29A8406}"/>
              </a:ext>
            </a:extLst>
          </p:cNvPr>
          <p:cNvSpPr txBox="1">
            <a:spLocks/>
          </p:cNvSpPr>
          <p:nvPr/>
        </p:nvSpPr>
        <p:spPr>
          <a:xfrm>
            <a:off x="743576" y="2651020"/>
            <a:ext cx="10711543" cy="1138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4A78"/>
              </a:buClr>
              <a:buFont typeface="Arial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F6300"/>
              </a:buClr>
              <a:buSzTx/>
              <a:buFont typeface="Arial" charset="0"/>
              <a:buChar char="•"/>
              <a:tabLst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50000"/>
              <a:buFont typeface="Calibri" charset="0"/>
              <a:buChar char="▶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Helvetica" charset="0"/>
              <a:buChar char="⁃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My computer subnet mask is: 255.255.255.0</a:t>
            </a:r>
          </a:p>
          <a:p>
            <a:r>
              <a:rPr lang="en-US" dirty="0"/>
              <a:t>In binary, this looks like this: 11111111.11111111.11111111.00000000  (Shorthand /24)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30FC9D-1AAF-13ED-BC25-94331F3DFF21}"/>
              </a:ext>
            </a:extLst>
          </p:cNvPr>
          <p:cNvSpPr txBox="1"/>
          <p:nvPr/>
        </p:nvSpPr>
        <p:spPr>
          <a:xfrm>
            <a:off x="4311842" y="3420158"/>
            <a:ext cx="3194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Network 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EF838C-2EA6-60EA-E04E-854AFBEAE395}"/>
              </a:ext>
            </a:extLst>
          </p:cNvPr>
          <p:cNvSpPr txBox="1"/>
          <p:nvPr/>
        </p:nvSpPr>
        <p:spPr>
          <a:xfrm>
            <a:off x="7834243" y="3420158"/>
            <a:ext cx="956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Host ID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E73BE7-59AC-9F7C-0AC0-3169B9E27063}"/>
              </a:ext>
            </a:extLst>
          </p:cNvPr>
          <p:cNvCxnSpPr>
            <a:cxnSpLocks/>
          </p:cNvCxnSpPr>
          <p:nvPr/>
        </p:nvCxnSpPr>
        <p:spPr>
          <a:xfrm>
            <a:off x="4423547" y="3396093"/>
            <a:ext cx="3079897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E3629A5-79B8-037B-96EA-34BB63512CB3}"/>
              </a:ext>
            </a:extLst>
          </p:cNvPr>
          <p:cNvCxnSpPr/>
          <p:nvPr/>
        </p:nvCxnSpPr>
        <p:spPr>
          <a:xfrm>
            <a:off x="7841426" y="3386261"/>
            <a:ext cx="884321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691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1B63A-3BCB-935E-5C38-52E4E6700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576" y="365126"/>
            <a:ext cx="10610224" cy="1096712"/>
          </a:xfrm>
        </p:spPr>
        <p:txBody>
          <a:bodyPr/>
          <a:lstStyle/>
          <a:p>
            <a:r>
              <a:rPr lang="en-US" altLang="zh-CN" dirty="0"/>
              <a:t>Subnet Masks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5E8F1C-0A30-D70A-7790-EEE3BB4B69FE}"/>
              </a:ext>
            </a:extLst>
          </p:cNvPr>
          <p:cNvSpPr txBox="1"/>
          <p:nvPr/>
        </p:nvSpPr>
        <p:spPr>
          <a:xfrm>
            <a:off x="2364156" y="3762846"/>
            <a:ext cx="173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what is /8 =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48751-CF75-B1CA-E11D-81A85E6E7DFA}"/>
              </a:ext>
            </a:extLst>
          </p:cNvPr>
          <p:cNvSpPr txBox="1"/>
          <p:nvPr/>
        </p:nvSpPr>
        <p:spPr>
          <a:xfrm>
            <a:off x="4417546" y="3753014"/>
            <a:ext cx="5522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11111111.00000000.00000000.00000000 = 255.0.0.0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40E097-6E00-1C7A-13AA-8A8E07B6ED29}"/>
              </a:ext>
            </a:extLst>
          </p:cNvPr>
          <p:cNvSpPr txBox="1"/>
          <p:nvPr/>
        </p:nvSpPr>
        <p:spPr>
          <a:xfrm>
            <a:off x="2310581" y="4476746"/>
            <a:ext cx="1886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what is /16 =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E7C434-FE4A-ED1E-9949-E0CF6A8D4EA2}"/>
              </a:ext>
            </a:extLst>
          </p:cNvPr>
          <p:cNvSpPr txBox="1"/>
          <p:nvPr/>
        </p:nvSpPr>
        <p:spPr>
          <a:xfrm>
            <a:off x="4427377" y="4457084"/>
            <a:ext cx="5788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11111111.11111111.00000000.00000000 = 255.255.0.0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449A3-5384-E526-6248-4AFD74029DD0}"/>
              </a:ext>
            </a:extLst>
          </p:cNvPr>
          <p:cNvSpPr txBox="1"/>
          <p:nvPr/>
        </p:nvSpPr>
        <p:spPr>
          <a:xfrm>
            <a:off x="4466706" y="5214645"/>
            <a:ext cx="5522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11111000.00000000.00000000.00000000 = 248.0.0.0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405FCC-C10A-6739-7A0E-5EC4EF2714AC}"/>
              </a:ext>
            </a:extLst>
          </p:cNvPr>
          <p:cNvSpPr txBox="1"/>
          <p:nvPr/>
        </p:nvSpPr>
        <p:spPr>
          <a:xfrm>
            <a:off x="2413316" y="5244145"/>
            <a:ext cx="1734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what is /5 =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5AC0C-BE2A-58AE-4149-47952F6C815D}"/>
              </a:ext>
            </a:extLst>
          </p:cNvPr>
          <p:cNvSpPr txBox="1"/>
          <p:nvPr/>
        </p:nvSpPr>
        <p:spPr>
          <a:xfrm>
            <a:off x="4508816" y="6001709"/>
            <a:ext cx="644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11111111. 11111111.11110000.00000000 = 255.255.240.0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485485-7221-0E6F-9346-D713004C1B59}"/>
              </a:ext>
            </a:extLst>
          </p:cNvPr>
          <p:cNvSpPr txBox="1"/>
          <p:nvPr/>
        </p:nvSpPr>
        <p:spPr>
          <a:xfrm>
            <a:off x="2379407" y="6016597"/>
            <a:ext cx="1955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So, what is /20 =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17693908-85A0-ED08-340F-016BE92359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461838"/>
            <a:ext cx="10711543" cy="4570662"/>
          </a:xfrm>
        </p:spPr>
        <p:txBody>
          <a:bodyPr/>
          <a:lstStyle/>
          <a:p>
            <a:pPr lvl="1"/>
            <a:r>
              <a:rPr lang="en-US" altLang="zh-CN" dirty="0">
                <a:solidFill>
                  <a:srgbClr val="FF0000"/>
                </a:solidFill>
              </a:rPr>
              <a:t>For Ex the following classful </a:t>
            </a:r>
            <a:r>
              <a:rPr lang="en-US" altLang="zh-CN" dirty="0"/>
              <a:t>IP address 192.168.123.132 in binary:</a:t>
            </a:r>
          </a:p>
          <a:p>
            <a:pPr marL="228600" lvl="1" indent="0">
              <a:buNone/>
            </a:pPr>
            <a:r>
              <a:rPr lang="en-US" altLang="zh-CN" dirty="0"/>
              <a:t>   11000000.10101000.01111011.10000100</a:t>
            </a:r>
          </a:p>
          <a:p>
            <a:pPr lvl="1"/>
            <a:r>
              <a:rPr lang="en-US" altLang="zh-CN" dirty="0"/>
              <a:t>Subnet mask 255.255.255.0 in binary:</a:t>
            </a:r>
          </a:p>
          <a:p>
            <a:pPr marL="228600" lvl="1" indent="0">
              <a:buNone/>
            </a:pPr>
            <a:r>
              <a:rPr lang="en-US" altLang="zh-CN" dirty="0"/>
              <a:t>   11111111.111111111.111111111.00000000</a:t>
            </a:r>
          </a:p>
          <a:p>
            <a:pPr lvl="1"/>
            <a:r>
              <a:rPr lang="en-US" altLang="zh-CN" b="1" dirty="0">
                <a:solidFill>
                  <a:srgbClr val="000000"/>
                </a:solidFill>
              </a:rPr>
              <a:t>Network ID</a:t>
            </a:r>
            <a:r>
              <a:rPr lang="en-US" altLang="zh-CN" dirty="0"/>
              <a:t>: 192.168.123.0</a:t>
            </a:r>
          </a:p>
          <a:p>
            <a:pPr lvl="1"/>
            <a:r>
              <a:rPr lang="en-US" altLang="zh-CN" b="1" dirty="0">
                <a:solidFill>
                  <a:srgbClr val="000000"/>
                </a:solidFill>
              </a:rPr>
              <a:t>Host ID</a:t>
            </a:r>
            <a:r>
              <a:rPr lang="en-US" altLang="zh-CN" dirty="0"/>
              <a:t>: 0.0.0.132</a:t>
            </a:r>
          </a:p>
          <a:p>
            <a:r>
              <a:rPr lang="en-US" dirty="0"/>
              <a:t>CIDR:</a:t>
            </a:r>
          </a:p>
        </p:txBody>
      </p:sp>
    </p:spTree>
    <p:extLst>
      <p:ext uri="{BB962C8B-B14F-4D97-AF65-F5344CB8AC3E}">
        <p14:creationId xmlns:p14="http://schemas.microsoft.com/office/powerpoint/2010/main" val="1410926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3F6E3-DE08-4E61-9D83-51EAFBF2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Default Mask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8BF591C-6288-4016-8FEA-CD2EF81C6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1684" y="2407436"/>
            <a:ext cx="5127172" cy="3461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There is </a:t>
            </a:r>
            <a:r>
              <a:rPr lang="en-US" altLang="en-US" dirty="0">
                <a:solidFill>
                  <a:srgbClr val="FF0000"/>
                </a:solidFill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efault mask value for each 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the default mask value for each class is given in the table below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AE0844-C558-4B96-8705-462F996F0CE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3192" y="1124150"/>
          <a:ext cx="5115348" cy="4289663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094918">
                  <a:extLst>
                    <a:ext uri="{9D8B030D-6E8A-4147-A177-3AD203B41FA5}">
                      <a16:colId xmlns:a16="http://schemas.microsoft.com/office/drawing/2014/main" val="329037485"/>
                    </a:ext>
                  </a:extLst>
                </a:gridCol>
                <a:gridCol w="3020430">
                  <a:extLst>
                    <a:ext uri="{9D8B030D-6E8A-4147-A177-3AD203B41FA5}">
                      <a16:colId xmlns:a16="http://schemas.microsoft.com/office/drawing/2014/main" val="3881654548"/>
                    </a:ext>
                  </a:extLst>
                </a:gridCol>
              </a:tblGrid>
              <a:tr h="809263"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Classes</a:t>
                      </a:r>
                    </a:p>
                  </a:txBody>
                  <a:tcPr marL="118843" marR="318995" marT="33955" marB="25466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0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Default mask</a:t>
                      </a:r>
                    </a:p>
                  </a:txBody>
                  <a:tcPr marL="118843" marR="318995" marT="33955" marB="25466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822845"/>
                  </a:ext>
                </a:extLst>
              </a:tr>
              <a:tr h="696080"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</a:t>
                      </a:r>
                    </a:p>
                  </a:txBody>
                  <a:tcPr marL="118843" marR="306236" marT="33955" marB="254663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255.0.0.0</a:t>
                      </a:r>
                    </a:p>
                  </a:txBody>
                  <a:tcPr marL="118843" marR="318995" marT="33955" marB="254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619967"/>
                  </a:ext>
                </a:extLst>
              </a:tr>
              <a:tr h="696080"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</a:t>
                      </a:r>
                    </a:p>
                  </a:txBody>
                  <a:tcPr marL="118843" marR="306236" marT="33955" marB="254663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255.255.0.0</a:t>
                      </a:r>
                    </a:p>
                  </a:txBody>
                  <a:tcPr marL="118843" marR="318995" marT="33955" marB="254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653009"/>
                  </a:ext>
                </a:extLst>
              </a:tr>
              <a:tr h="696080"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C</a:t>
                      </a:r>
                    </a:p>
                  </a:txBody>
                  <a:tcPr marL="118843" marR="306236" marT="33955" marB="254663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255.255.255.0</a:t>
                      </a:r>
                    </a:p>
                  </a:txBody>
                  <a:tcPr marL="118843" marR="318995" marT="33955" marB="254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357893"/>
                  </a:ext>
                </a:extLst>
              </a:tr>
              <a:tr h="696080"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 marL="118843" marR="306236" marT="33955" marB="254663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118843" marR="318995" marT="33955" marB="254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993322"/>
                  </a:ext>
                </a:extLst>
              </a:tr>
              <a:tr h="696080"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18843" marR="306236" marT="33955" marB="254663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–</a:t>
                      </a:r>
                    </a:p>
                  </a:txBody>
                  <a:tcPr marL="118843" marR="318995" marT="33955" marB="25466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862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010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&#10;&#10;Description automatically generated">
            <a:extLst>
              <a:ext uri="{FF2B5EF4-FFF2-40B4-BE49-F238E27FC236}">
                <a16:creationId xmlns:a16="http://schemas.microsoft.com/office/drawing/2014/main" id="{60C049FF-364C-C282-A4A7-430E8791BE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2" b="6115"/>
          <a:stretch/>
        </p:blipFill>
        <p:spPr>
          <a:xfrm>
            <a:off x="20" y="2732322"/>
            <a:ext cx="12191980" cy="39689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C1DA3A-C4C9-68F7-6174-46BED2D9D422}"/>
              </a:ext>
            </a:extLst>
          </p:cNvPr>
          <p:cNvSpPr txBox="1"/>
          <p:nvPr/>
        </p:nvSpPr>
        <p:spPr>
          <a:xfrm>
            <a:off x="2310584" y="1315577"/>
            <a:ext cx="75216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CN" sz="2000" b="1" dirty="0"/>
              <a:t>Reserved hosts</a:t>
            </a:r>
            <a:r>
              <a:rPr lang="en-US" altLang="zh-CN" sz="2000" dirty="0"/>
              <a:t> ” not counted with rang of IP’s”.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the </a:t>
            </a:r>
            <a:r>
              <a:rPr lang="en-US" altLang="zh-CN" sz="2000" dirty="0">
                <a:solidFill>
                  <a:srgbClr val="FF0000"/>
                </a:solidFill>
              </a:rPr>
              <a:t>network address </a:t>
            </a:r>
            <a:r>
              <a:rPr lang="en-US" altLang="zh-CN" sz="2000" dirty="0"/>
              <a:t>where the host portion all 0’s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and the </a:t>
            </a:r>
            <a:r>
              <a:rPr lang="en-US" altLang="zh-CN" sz="2000" dirty="0">
                <a:solidFill>
                  <a:srgbClr val="FF0000"/>
                </a:solidFill>
              </a:rPr>
              <a:t>broadcast address </a:t>
            </a:r>
            <a:r>
              <a:rPr lang="en-US" altLang="zh-CN" sz="2000" dirty="0"/>
              <a:t>where host portion all 1’s </a:t>
            </a:r>
          </a:p>
          <a:p>
            <a:pPr lvl="1"/>
            <a:endParaRPr lang="en-US" altLang="zh-CN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9BAAD-C46E-09E0-E9F4-FEA9FBCA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620" y="156697"/>
            <a:ext cx="10515600" cy="712561"/>
          </a:xfrm>
        </p:spPr>
        <p:txBody>
          <a:bodyPr/>
          <a:lstStyle/>
          <a:p>
            <a:r>
              <a:rPr lang="en-US" altLang="zh-CN" dirty="0"/>
              <a:t>Network Address and Broadcast Address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8546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FA952BD-3D43-0047-E266-692C51E41A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 b="16272"/>
          <a:stretch/>
        </p:blipFill>
        <p:spPr>
          <a:xfrm>
            <a:off x="20" y="1282"/>
            <a:ext cx="12191980" cy="574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233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Subnetting Questions on Exams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You are likely to see two types of subnet calculation problems:</a:t>
            </a:r>
          </a:p>
          <a:p>
            <a:pPr lvl="1"/>
            <a:r>
              <a:rPr lang="en-US" altLang="zh-CN" dirty="0"/>
              <a:t>Given certain network requirements (such as required number of hosts or subnets), calculate possible subnets and host IP address ranges</a:t>
            </a:r>
          </a:p>
          <a:p>
            <a:pPr lvl="1"/>
            <a:r>
              <a:rPr lang="en-US" altLang="zh-CN" dirty="0"/>
              <a:t>Given an IP address, determine its subnet’s network ID, broadcast address, and first/last host addresses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221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Subnet Calculation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zh-CN" dirty="0"/>
              <a:t>Example: Create two subnet of network ID: 192.168.89.0 with an original subnet mask of 255.255.255.0</a:t>
            </a:r>
          </a:p>
          <a:p>
            <a:r>
              <a:rPr lang="en-US" altLang="zh-CN" dirty="0"/>
              <a:t>Steps to subnet:</a:t>
            </a:r>
          </a:p>
          <a:p>
            <a:pPr lvl="1"/>
            <a:r>
              <a:rPr lang="en-US" altLang="zh-CN" dirty="0"/>
              <a:t>1. Borrow from host bits</a:t>
            </a:r>
          </a:p>
          <a:p>
            <a:pPr lvl="1"/>
            <a:r>
              <a:rPr lang="en-US" altLang="zh-CN" dirty="0"/>
              <a:t>2. Determine the subnet mask</a:t>
            </a:r>
          </a:p>
          <a:p>
            <a:pPr lvl="1"/>
            <a:r>
              <a:rPr lang="en-US" altLang="zh-CN" dirty="0"/>
              <a:t>3. Determine the network IDs</a:t>
            </a:r>
          </a:p>
          <a:p>
            <a:pPr lvl="1"/>
            <a:r>
              <a:rPr lang="en-US" altLang="zh-CN" dirty="0"/>
              <a:t>4. Determine the ranges of IP addresses for hosts in the subnet</a:t>
            </a:r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79905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3B855-8ED2-CD37-A20C-73E474ED0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538BF-2943-7574-597F-E2A06842B24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E8E247B4-BE34-5D1D-0BD0-501905D6D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6" y="50240"/>
            <a:ext cx="12047974" cy="667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34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4E9DB-FA5F-5BB4-7732-4476FF4A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0" i="0" u="none" strike="noStrike" baseline="0" dirty="0">
                <a:latin typeface="Rooney-Regular"/>
              </a:rPr>
              <a:t> Skip-Counting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763B8-1C68-031A-E83E-FEF2A07BA7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28468"/>
            <a:ext cx="10711543" cy="4394200"/>
          </a:xfrm>
        </p:spPr>
        <p:txBody>
          <a:bodyPr>
            <a:normAutofit/>
          </a:bodyPr>
          <a:lstStyle/>
          <a:p>
            <a:pPr algn="l"/>
            <a:endParaRPr lang="en-US" sz="2800" b="0" i="0" u="none" strike="noStrike" baseline="0" dirty="0">
              <a:latin typeface="Rooney-Regular"/>
            </a:endParaRPr>
          </a:p>
          <a:p>
            <a:pPr algn="l"/>
            <a:r>
              <a:rPr lang="en-US" sz="2800" b="0" i="0" u="none" strike="noStrike" baseline="0" dirty="0">
                <a:latin typeface="Rooney-Regular"/>
              </a:rPr>
              <a:t>The first three octets of the network ID (</a:t>
            </a:r>
            <a:r>
              <a:rPr lang="en-US" sz="2800" b="0" i="0" u="sng" strike="noStrike" baseline="0" dirty="0">
                <a:solidFill>
                  <a:srgbClr val="FF0000"/>
                </a:solidFill>
                <a:latin typeface="Rooney-Regular"/>
              </a:rPr>
              <a:t>192</a:t>
            </a:r>
            <a:r>
              <a:rPr lang="en-US" sz="2800" b="1" dirty="0">
                <a:latin typeface="Rooney-Regular"/>
              </a:rPr>
              <a:t>.</a:t>
            </a:r>
            <a:r>
              <a:rPr lang="en-US" sz="2800" u="sng" dirty="0">
                <a:solidFill>
                  <a:srgbClr val="FF0000"/>
                </a:solidFill>
                <a:latin typeface="Rooney-Regular"/>
              </a:rPr>
              <a:t>168</a:t>
            </a:r>
            <a:r>
              <a:rPr lang="en-US" sz="2800" b="1" dirty="0">
                <a:latin typeface="Rooney-Regular"/>
              </a:rPr>
              <a:t>.</a:t>
            </a:r>
            <a:r>
              <a:rPr lang="en-US" sz="2800" u="sng" dirty="0">
                <a:solidFill>
                  <a:srgbClr val="FF0000"/>
                </a:solidFill>
                <a:latin typeface="Rooney-Regular"/>
              </a:rPr>
              <a:t>89</a:t>
            </a:r>
            <a:r>
              <a:rPr lang="en-US" sz="2800" b="1" i="0" u="none" strike="noStrike" baseline="0" dirty="0">
                <a:latin typeface="Rooney-Regular"/>
              </a:rPr>
              <a:t>.</a:t>
            </a:r>
            <a:r>
              <a:rPr lang="en-US" sz="2800" b="0" i="0" u="none" strike="noStrike" baseline="0" dirty="0">
                <a:latin typeface="Rooney-Regular"/>
              </a:rPr>
              <a:t>0</a:t>
            </a:r>
            <a:r>
              <a:rPr lang="en-US" sz="2800" dirty="0">
                <a:latin typeface="Rooney-Regular"/>
              </a:rPr>
              <a:t>)</a:t>
            </a:r>
            <a:r>
              <a:rPr lang="en-US" sz="2800" b="0" i="0" u="none" strike="noStrike" baseline="0" dirty="0">
                <a:latin typeface="Rooney-Regular"/>
              </a:rPr>
              <a:t> are the same for all possible subnets.</a:t>
            </a:r>
          </a:p>
          <a:p>
            <a:pPr algn="l"/>
            <a:endParaRPr lang="en-US" sz="2800" b="0" i="0" u="none" strike="noStrike" baseline="0" dirty="0">
              <a:latin typeface="Rooney-Regular"/>
            </a:endParaRPr>
          </a:p>
          <a:p>
            <a:pPr algn="l"/>
            <a:r>
              <a:rPr lang="en-US" sz="2800" b="0" i="0" u="none" strike="noStrike" baseline="0" dirty="0">
                <a:latin typeface="Rooney-Regular"/>
              </a:rPr>
              <a:t>The network IDs differ only in the last octet (</a:t>
            </a:r>
            <a:r>
              <a:rPr lang="en-US" sz="2800" dirty="0">
                <a:latin typeface="Rooney-Regular"/>
              </a:rPr>
              <a:t>192</a:t>
            </a:r>
            <a:r>
              <a:rPr lang="en-US" sz="2800" b="1" dirty="0">
                <a:latin typeface="Rooney-Regular"/>
              </a:rPr>
              <a:t>.</a:t>
            </a:r>
            <a:r>
              <a:rPr lang="en-US" sz="2800" dirty="0">
                <a:latin typeface="Rooney-Regular"/>
              </a:rPr>
              <a:t>168</a:t>
            </a:r>
            <a:r>
              <a:rPr lang="en-US" sz="2800" b="1" dirty="0">
                <a:latin typeface="Rooney-Regular"/>
              </a:rPr>
              <a:t>.</a:t>
            </a:r>
            <a:r>
              <a:rPr lang="en-US" sz="2800" dirty="0">
                <a:latin typeface="Rooney-Regular"/>
              </a:rPr>
              <a:t>89</a:t>
            </a:r>
            <a:r>
              <a:rPr lang="en-US" sz="2800" b="1" i="0" u="none" strike="noStrike" baseline="0" dirty="0">
                <a:latin typeface="Rooney-Regular"/>
              </a:rPr>
              <a:t>.</a:t>
            </a:r>
            <a:r>
              <a:rPr lang="en-US" sz="2800" b="0" i="0" u="sng" strike="noStrike" baseline="0" dirty="0">
                <a:solidFill>
                  <a:srgbClr val="FF0000"/>
                </a:solidFill>
                <a:latin typeface="Rooney-Regular"/>
              </a:rPr>
              <a:t>0</a:t>
            </a:r>
            <a:r>
              <a:rPr lang="en-US" sz="2800" dirty="0">
                <a:latin typeface="Rooney-Regular"/>
              </a:rPr>
              <a:t>).</a:t>
            </a:r>
          </a:p>
          <a:p>
            <a:pPr algn="l"/>
            <a:endParaRPr lang="en-US" sz="2800" dirty="0"/>
          </a:p>
          <a:p>
            <a:pPr algn="l"/>
            <a:r>
              <a:rPr lang="en-US" sz="1800" b="0" i="0" u="none" strike="noStrike" baseline="0" dirty="0">
                <a:latin typeface="Rooney-Regular"/>
              </a:rPr>
              <a:t>skip-counting</a:t>
            </a:r>
            <a:r>
              <a:rPr lang="en-US" sz="1800" dirty="0">
                <a:latin typeface="Rooney-Regular"/>
              </a:rPr>
              <a:t>:</a:t>
            </a:r>
            <a:r>
              <a:rPr lang="en-US" sz="1800" b="0" i="0" u="none" strike="noStrike" baseline="0" dirty="0">
                <a:latin typeface="Rooney-Regular"/>
              </a:rPr>
              <a:t> add the same number over and over.</a:t>
            </a:r>
          </a:p>
          <a:p>
            <a:pPr algn="l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05916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5638-9009-0970-3E0B-D6B43903D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433EE-238E-80A4-70BE-EF74C665CD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1DAEE1-CA78-15D9-FD70-88E146EA538B}"/>
                  </a:ext>
                </a:extLst>
              </p14:cNvPr>
              <p14:cNvContentPartPr/>
              <p14:nvPr/>
            </p14:nvContentPartPr>
            <p14:xfrm>
              <a:off x="9389160" y="740160"/>
              <a:ext cx="1350000" cy="668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1DAEE1-CA78-15D9-FD70-88E146EA53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79800" y="730800"/>
                <a:ext cx="1368720" cy="68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EE63C8F-1017-1ACB-C5CE-722B56312405}"/>
                  </a:ext>
                </a:extLst>
              </p14:cNvPr>
              <p14:cNvContentPartPr/>
              <p14:nvPr/>
            </p14:nvContentPartPr>
            <p14:xfrm>
              <a:off x="9418680" y="1720800"/>
              <a:ext cx="1308240" cy="225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EE63C8F-1017-1ACB-C5CE-722B563124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09320" y="1711440"/>
                <a:ext cx="132696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BE765D0-EBBF-FF03-B8C8-93740C0B856F}"/>
                  </a:ext>
                </a:extLst>
              </p14:cNvPr>
              <p14:cNvContentPartPr/>
              <p14:nvPr/>
            </p14:nvContentPartPr>
            <p14:xfrm>
              <a:off x="9886320" y="1946160"/>
              <a:ext cx="510120" cy="2278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BE765D0-EBBF-FF03-B8C8-93740C0B85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76960" y="1936800"/>
                <a:ext cx="528840" cy="246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32DC6A7C-CD36-BD72-20BC-BE2417991E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66"/>
          <a:stretch/>
        </p:blipFill>
        <p:spPr>
          <a:xfrm>
            <a:off x="0" y="0"/>
            <a:ext cx="12191999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619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FC09D5-6493-AB66-EC52-959569189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68"/>
            <a:ext cx="12192000" cy="676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36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2200</TotalTime>
  <Words>714</Words>
  <Application>Microsoft Office PowerPoint</Application>
  <PresentationFormat>Widescreen</PresentationFormat>
  <Paragraphs>167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Helvetica</vt:lpstr>
      <vt:lpstr>Rooney-Regular</vt:lpstr>
      <vt:lpstr>Office Theme</vt:lpstr>
      <vt:lpstr>Network Subnetting </vt:lpstr>
      <vt:lpstr>PowerPoint Presentation</vt:lpstr>
      <vt:lpstr>IP Address Class</vt:lpstr>
      <vt:lpstr>Binary (Review)                                                                                                                         Convert to decimal</vt:lpstr>
      <vt:lpstr>Network Subnetting </vt:lpstr>
      <vt:lpstr>Network ID and Host ID</vt:lpstr>
      <vt:lpstr>Subnet Masks</vt:lpstr>
      <vt:lpstr>Default Mask</vt:lpstr>
      <vt:lpstr>Network Address and Broadcast Address</vt:lpstr>
      <vt:lpstr>PowerPoint Presentation</vt:lpstr>
      <vt:lpstr>Subnetting Questions on Exams</vt:lpstr>
      <vt:lpstr>Subnet Calculation</vt:lpstr>
      <vt:lpstr>PowerPoint Presentation</vt:lpstr>
      <vt:lpstr> Skip-Counting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Segmentation </dc:title>
  <dc:creator>Majd Z. Tahat</dc:creator>
  <cp:lastModifiedBy>Majd Tahat</cp:lastModifiedBy>
  <cp:revision>11</cp:revision>
  <dcterms:created xsi:type="dcterms:W3CDTF">2024-04-21T15:47:59Z</dcterms:created>
  <dcterms:modified xsi:type="dcterms:W3CDTF">2025-11-16T17:09:16Z</dcterms:modified>
</cp:coreProperties>
</file>